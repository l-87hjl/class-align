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a0692a4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a0692a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a0692a42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a0692a42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a0692a42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a0692a42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0692a42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0692a42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a0692a42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a0692a42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