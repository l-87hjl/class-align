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Caveat"/>
      <p:regular r:id="rId8"/>
      <p:bold r:id="rId9"/>
    </p:embeddedFont>
    <p:embeddedFont>
      <p:font typeface="Amatic SC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AB70B6-F364-44A5-8750-2B01CDCED214}">
  <a:tblStyle styleId="{31AB70B6-F364-44A5-8750-2B01CDCED2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AmaticSC-bold.fntdata"/><Relationship Id="rId10" Type="http://schemas.openxmlformats.org/officeDocument/2006/relationships/font" Target="fonts/AmaticSC-regular.fntdata"/><Relationship Id="rId9" Type="http://schemas.openxmlformats.org/officeDocument/2006/relationships/font" Target="fonts/Cave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Cave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378eab09a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378eab09a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825" y="972913"/>
            <a:ext cx="5051951" cy="319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2765775" y="1645750"/>
            <a:ext cx="4227000" cy="14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1519100" y="1142662"/>
            <a:ext cx="69390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519100" y="2279990"/>
            <a:ext cx="69390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1387000" y="1933200"/>
            <a:ext cx="6241500" cy="81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01650" lvl="0" marL="457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1pPr>
            <a:lvl2pPr indent="-501650" lvl="1" marL="914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2pPr>
            <a:lvl3pPr indent="-501650" lvl="2" marL="1371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3pPr>
            <a:lvl4pPr indent="-501650" lvl="3" marL="18288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4pPr>
            <a:lvl5pPr indent="-501650" lvl="4" marL="22860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5pPr>
            <a:lvl6pPr indent="-501650" lvl="5" marL="2743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6pPr>
            <a:lvl7pPr indent="-501650" lvl="6" marL="3200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7pPr>
            <a:lvl8pPr indent="-501650" lvl="7" marL="3657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8pPr>
            <a:lvl9pPr indent="-501650" lvl="8" marL="411480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1412975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5156126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411775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3929671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6447566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1411775" y="4270412"/>
            <a:ext cx="72750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" name="Google Shape;44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indent="-3683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indent="-3683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indent="-3683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indent="-3683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indent="-3683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indent="-3683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indent="-3683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indent="-3683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mc:AlternateContent>
    <mc:Choice Requires="p14">
      <p:transition spd="slow" p14:dur="26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 Poem </a:t>
            </a:r>
            <a:r>
              <a:rPr lang="en"/>
              <a:t>- </a:t>
            </a:r>
            <a:r>
              <a:rPr i="1" lang="en"/>
              <a:t>Night</a:t>
            </a:r>
            <a:endParaRPr i="1"/>
          </a:p>
        </p:txBody>
      </p:sp>
      <p:graphicFrame>
        <p:nvGraphicFramePr>
          <p:cNvPr id="51" name="Google Shape;51;p12"/>
          <p:cNvGraphicFramePr/>
          <p:nvPr/>
        </p:nvGraphicFramePr>
        <p:xfrm>
          <a:off x="495275" y="113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{31AB70B6-F364-44A5-8750-2B01CDCED214}</a:tableStyleId>
              </a:tblPr>
              <a:tblGrid>
                <a:gridCol w="810325"/>
                <a:gridCol w="7379975"/>
              </a:tblGrid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rgbClr val="1C4587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Title</a:t>
                      </a:r>
                      <a:endParaRPr b="1" sz="17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1C4587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 b="1" sz="1800">
                        <a:solidFill>
                          <a:srgbClr val="1C4587"/>
                        </a:solidFill>
                        <a:highlight>
                          <a:srgbClr val="FFFF00"/>
                        </a:highlight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rgbClr val="1C4587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10-Line</a:t>
                      </a:r>
                      <a:endParaRPr b="1" sz="17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rgbClr val="1C4587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Poem</a:t>
                      </a:r>
                      <a:endParaRPr b="1" sz="17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rPr b="1" lang="en" sz="1800">
                          <a:solidFill>
                            <a:srgbClr val="1C4587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 b="1" sz="1800">
                        <a:solidFill>
                          <a:srgbClr val="1C4587"/>
                        </a:solidFill>
                        <a:highlight>
                          <a:srgbClr val="FFFF00"/>
                        </a:highlight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t/>
                      </a:r>
                      <a:endParaRPr b="1" sz="18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t/>
                      </a:r>
                      <a:endParaRPr b="1" sz="18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t/>
                      </a:r>
                      <a:endParaRPr b="1" sz="18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t/>
                      </a:r>
                      <a:endParaRPr b="1" sz="18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t/>
                      </a:r>
                      <a:endParaRPr b="1" sz="18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t/>
                      </a:r>
                      <a:endParaRPr b="1" sz="18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t/>
                      </a:r>
                      <a:endParaRPr b="1" sz="18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t/>
                      </a:r>
                      <a:endParaRPr b="1" sz="18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Amatic SC"/>
                        <a:buAutoNum type="arabicPeriod"/>
                      </a:pPr>
                      <a:r>
                        <a:t/>
                      </a:r>
                      <a:endParaRPr b="1" sz="1800">
                        <a:solidFill>
                          <a:srgbClr val="1C4587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ate template">
  <a:themeElements>
    <a:clrScheme name="Custom 347">
      <a:dk1>
        <a:srgbClr val="1C4587"/>
      </a:dk1>
      <a:lt1>
        <a:srgbClr val="FFFFFF"/>
      </a:lt1>
      <a:dk2>
        <a:srgbClr val="606A7C"/>
      </a:dk2>
      <a:lt2>
        <a:srgbClr val="D3DAE2"/>
      </a:lt2>
      <a:accent1>
        <a:srgbClr val="1C4587"/>
      </a:accent1>
      <a:accent2>
        <a:srgbClr val="6CC2DC"/>
      </a:accent2>
      <a:accent3>
        <a:srgbClr val="B4E04F"/>
      </a:accent3>
      <a:accent4>
        <a:srgbClr val="FFD453"/>
      </a:accent4>
      <a:accent5>
        <a:srgbClr val="EE973B"/>
      </a:accent5>
      <a:accent6>
        <a:srgbClr val="F74848"/>
      </a:accent6>
      <a:hlink>
        <a:srgbClr val="1C4587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