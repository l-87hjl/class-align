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 Id="rId10"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7.jpg"/><Relationship Id="rId7" Type="http://schemas.openxmlformats.org/officeDocument/2006/relationships/image" Target="../media/image1.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