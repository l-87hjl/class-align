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7315200" cx="10058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304">
          <p15:clr>
            <a:srgbClr val="A4A3A4"/>
          </p15:clr>
        </p15:guide>
        <p15:guide id="2" pos="31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304" orient="horz"/>
        <p:guide pos="31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071871" y="685800"/>
            <a:ext cx="47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1071871" y="685800"/>
            <a:ext cx="47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e4d27da7a3_0_0:notes"/>
          <p:cNvSpPr/>
          <p:nvPr>
            <p:ph idx="2" type="sldImg"/>
          </p:nvPr>
        </p:nvSpPr>
        <p:spPr>
          <a:xfrm>
            <a:off x="1071871" y="685800"/>
            <a:ext cx="47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e4d27da7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e4d27da7a3_0_5:notes"/>
          <p:cNvSpPr/>
          <p:nvPr>
            <p:ph idx="2" type="sldImg"/>
          </p:nvPr>
        </p:nvSpPr>
        <p:spPr>
          <a:xfrm>
            <a:off x="1071871" y="685800"/>
            <a:ext cx="471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e4d27da7a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42879" y="1058951"/>
            <a:ext cx="9372600" cy="2919300"/>
          </a:xfrm>
          <a:prstGeom prst="rect">
            <a:avLst/>
          </a:prstGeom>
        </p:spPr>
        <p:txBody>
          <a:bodyPr anchorCtr="0" anchor="b" bIns="110375" lIns="110375" spcFirstLastPara="1" rIns="110375" wrap="square" tIns="1103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2pPr>
            <a:lvl3pPr lvl="2" algn="ctr"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3pPr>
            <a:lvl4pPr lvl="3" algn="ctr"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4pPr>
            <a:lvl5pPr lvl="4" algn="ctr"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5pPr>
            <a:lvl6pPr lvl="5" algn="ctr"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6pPr>
            <a:lvl7pPr lvl="6" algn="ctr"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7pPr>
            <a:lvl8pPr lvl="7" algn="ctr"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8pPr>
            <a:lvl9pPr lvl="8" algn="ctr"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42870" y="4030756"/>
            <a:ext cx="9372600" cy="1127400"/>
          </a:xfrm>
          <a:prstGeom prst="rect">
            <a:avLst/>
          </a:prstGeom>
        </p:spPr>
        <p:txBody>
          <a:bodyPr anchorCtr="0" anchor="t" bIns="110375" lIns="110375" spcFirstLastPara="1" rIns="110375" wrap="square" tIns="1103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319704" y="6632131"/>
            <a:ext cx="603600" cy="559800"/>
          </a:xfrm>
          <a:prstGeom prst="rect">
            <a:avLst/>
          </a:prstGeom>
        </p:spPr>
        <p:txBody>
          <a:bodyPr anchorCtr="0" anchor="ctr" bIns="110375" lIns="110375" spcFirstLastPara="1" rIns="110375" wrap="square" tIns="1103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42870" y="3058987"/>
            <a:ext cx="9372600" cy="1197300"/>
          </a:xfrm>
          <a:prstGeom prst="rect">
            <a:avLst/>
          </a:prstGeom>
        </p:spPr>
        <p:txBody>
          <a:bodyPr anchorCtr="0" anchor="ctr" bIns="110375" lIns="110375" spcFirstLastPara="1" rIns="110375" wrap="square" tIns="1103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319704" y="6632131"/>
            <a:ext cx="603600" cy="559800"/>
          </a:xfrm>
          <a:prstGeom prst="rect">
            <a:avLst/>
          </a:prstGeom>
        </p:spPr>
        <p:txBody>
          <a:bodyPr anchorCtr="0" anchor="ctr" bIns="110375" lIns="110375" spcFirstLastPara="1" rIns="110375" wrap="square" tIns="1103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42870" y="632924"/>
            <a:ext cx="9372600" cy="814500"/>
          </a:xfrm>
          <a:prstGeom prst="rect">
            <a:avLst/>
          </a:prstGeom>
        </p:spPr>
        <p:txBody>
          <a:bodyPr anchorCtr="0" anchor="t" bIns="110375" lIns="110375" spcFirstLastPara="1" rIns="110375" wrap="square" tIns="1103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42870" y="1639076"/>
            <a:ext cx="9372600" cy="4858800"/>
          </a:xfrm>
          <a:prstGeom prst="rect">
            <a:avLst/>
          </a:prstGeom>
        </p:spPr>
        <p:txBody>
          <a:bodyPr anchorCtr="0" anchor="t" bIns="110375" lIns="110375" spcFirstLastPara="1" rIns="110375" wrap="square" tIns="11037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319704" y="6632131"/>
            <a:ext cx="603600" cy="559800"/>
          </a:xfrm>
          <a:prstGeom prst="rect">
            <a:avLst/>
          </a:prstGeom>
        </p:spPr>
        <p:txBody>
          <a:bodyPr anchorCtr="0" anchor="ctr" bIns="110375" lIns="110375" spcFirstLastPara="1" rIns="110375" wrap="square" tIns="1103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42870" y="632924"/>
            <a:ext cx="9372600" cy="814500"/>
          </a:xfrm>
          <a:prstGeom prst="rect">
            <a:avLst/>
          </a:prstGeom>
        </p:spPr>
        <p:txBody>
          <a:bodyPr anchorCtr="0" anchor="t" bIns="110375" lIns="110375" spcFirstLastPara="1" rIns="110375" wrap="square" tIns="1103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42870" y="1639076"/>
            <a:ext cx="4399800" cy="4858800"/>
          </a:xfrm>
          <a:prstGeom prst="rect">
            <a:avLst/>
          </a:prstGeom>
        </p:spPr>
        <p:txBody>
          <a:bodyPr anchorCtr="0" anchor="t" bIns="110375" lIns="110375" spcFirstLastPara="1" rIns="110375" wrap="square" tIns="11037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315640" y="1639076"/>
            <a:ext cx="4399800" cy="4858800"/>
          </a:xfrm>
          <a:prstGeom prst="rect">
            <a:avLst/>
          </a:prstGeom>
        </p:spPr>
        <p:txBody>
          <a:bodyPr anchorCtr="0" anchor="t" bIns="110375" lIns="110375" spcFirstLastPara="1" rIns="110375" wrap="square" tIns="11037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319704" y="6632131"/>
            <a:ext cx="603600" cy="559800"/>
          </a:xfrm>
          <a:prstGeom prst="rect">
            <a:avLst/>
          </a:prstGeom>
        </p:spPr>
        <p:txBody>
          <a:bodyPr anchorCtr="0" anchor="ctr" bIns="110375" lIns="110375" spcFirstLastPara="1" rIns="110375" wrap="square" tIns="1103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42870" y="632924"/>
            <a:ext cx="9372600" cy="814500"/>
          </a:xfrm>
          <a:prstGeom prst="rect">
            <a:avLst/>
          </a:prstGeom>
        </p:spPr>
        <p:txBody>
          <a:bodyPr anchorCtr="0" anchor="t" bIns="110375" lIns="110375" spcFirstLastPara="1" rIns="110375" wrap="square" tIns="1103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319704" y="6632131"/>
            <a:ext cx="603600" cy="559800"/>
          </a:xfrm>
          <a:prstGeom prst="rect">
            <a:avLst/>
          </a:prstGeom>
        </p:spPr>
        <p:txBody>
          <a:bodyPr anchorCtr="0" anchor="ctr" bIns="110375" lIns="110375" spcFirstLastPara="1" rIns="110375" wrap="square" tIns="1103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42870" y="790187"/>
            <a:ext cx="3088800" cy="1074900"/>
          </a:xfrm>
          <a:prstGeom prst="rect">
            <a:avLst/>
          </a:prstGeom>
        </p:spPr>
        <p:txBody>
          <a:bodyPr anchorCtr="0" anchor="b" bIns="110375" lIns="110375" spcFirstLastPara="1" rIns="110375" wrap="square" tIns="1103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42870" y="1976320"/>
            <a:ext cx="3088800" cy="4521900"/>
          </a:xfrm>
          <a:prstGeom prst="rect">
            <a:avLst/>
          </a:prstGeom>
        </p:spPr>
        <p:txBody>
          <a:bodyPr anchorCtr="0" anchor="t" bIns="110375" lIns="110375" spcFirstLastPara="1" rIns="110375" wrap="square" tIns="11037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319704" y="6632131"/>
            <a:ext cx="603600" cy="559800"/>
          </a:xfrm>
          <a:prstGeom prst="rect">
            <a:avLst/>
          </a:prstGeom>
        </p:spPr>
        <p:txBody>
          <a:bodyPr anchorCtr="0" anchor="ctr" bIns="110375" lIns="110375" spcFirstLastPara="1" rIns="110375" wrap="square" tIns="1103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39275" y="640213"/>
            <a:ext cx="7004700" cy="5817900"/>
          </a:xfrm>
          <a:prstGeom prst="rect">
            <a:avLst/>
          </a:prstGeom>
        </p:spPr>
        <p:txBody>
          <a:bodyPr anchorCtr="0" anchor="ctr" bIns="110375" lIns="110375" spcFirstLastPara="1" rIns="110375" wrap="square" tIns="1103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1pPr>
            <a:lvl2pPr lvl="1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2pPr>
            <a:lvl3pPr lvl="2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3pPr>
            <a:lvl4pPr lvl="3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4pPr>
            <a:lvl5pPr lvl="4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5pPr>
            <a:lvl6pPr lvl="5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6pPr>
            <a:lvl7pPr lvl="6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7pPr>
            <a:lvl8pPr lvl="7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8pPr>
            <a:lvl9pPr lvl="8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319704" y="6632131"/>
            <a:ext cx="603600" cy="559800"/>
          </a:xfrm>
          <a:prstGeom prst="rect">
            <a:avLst/>
          </a:prstGeom>
        </p:spPr>
        <p:txBody>
          <a:bodyPr anchorCtr="0" anchor="ctr" bIns="110375" lIns="110375" spcFirstLastPara="1" rIns="110375" wrap="square" tIns="1103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029200" y="-178"/>
            <a:ext cx="5029200" cy="731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10375" lIns="110375" spcFirstLastPara="1" rIns="110375" wrap="square" tIns="110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92050" y="1753849"/>
            <a:ext cx="4449600" cy="2108100"/>
          </a:xfrm>
          <a:prstGeom prst="rect">
            <a:avLst/>
          </a:prstGeom>
        </p:spPr>
        <p:txBody>
          <a:bodyPr anchorCtr="0" anchor="b" bIns="110375" lIns="110375" spcFirstLastPara="1" rIns="110375" wrap="square" tIns="1103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1pPr>
            <a:lvl2pPr lvl="1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92050" y="3986596"/>
            <a:ext cx="4449600" cy="1756500"/>
          </a:xfrm>
          <a:prstGeom prst="rect">
            <a:avLst/>
          </a:prstGeom>
        </p:spPr>
        <p:txBody>
          <a:bodyPr anchorCtr="0" anchor="t" bIns="110375" lIns="110375" spcFirstLastPara="1" rIns="110375" wrap="square" tIns="1103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433450" y="1029796"/>
            <a:ext cx="4220700" cy="5255400"/>
          </a:xfrm>
          <a:prstGeom prst="rect">
            <a:avLst/>
          </a:prstGeom>
        </p:spPr>
        <p:txBody>
          <a:bodyPr anchorCtr="0" anchor="ctr" bIns="110375" lIns="110375" spcFirstLastPara="1" rIns="110375" wrap="square" tIns="11037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319704" y="6632131"/>
            <a:ext cx="603600" cy="559800"/>
          </a:xfrm>
          <a:prstGeom prst="rect">
            <a:avLst/>
          </a:prstGeom>
        </p:spPr>
        <p:txBody>
          <a:bodyPr anchorCtr="0" anchor="ctr" bIns="110375" lIns="110375" spcFirstLastPara="1" rIns="110375" wrap="square" tIns="1103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42870" y="6016818"/>
            <a:ext cx="6598800" cy="860700"/>
          </a:xfrm>
          <a:prstGeom prst="rect">
            <a:avLst/>
          </a:prstGeom>
        </p:spPr>
        <p:txBody>
          <a:bodyPr anchorCtr="0" anchor="ctr" bIns="110375" lIns="110375" spcFirstLastPara="1" rIns="110375" wrap="square" tIns="11037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319704" y="6632131"/>
            <a:ext cx="603600" cy="559800"/>
          </a:xfrm>
          <a:prstGeom prst="rect">
            <a:avLst/>
          </a:prstGeom>
        </p:spPr>
        <p:txBody>
          <a:bodyPr anchorCtr="0" anchor="ctr" bIns="110375" lIns="110375" spcFirstLastPara="1" rIns="110375" wrap="square" tIns="1103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42870" y="1573156"/>
            <a:ext cx="9372600" cy="2792400"/>
          </a:xfrm>
          <a:prstGeom prst="rect">
            <a:avLst/>
          </a:prstGeom>
        </p:spPr>
        <p:txBody>
          <a:bodyPr anchorCtr="0" anchor="b" bIns="110375" lIns="110375" spcFirstLastPara="1" rIns="110375" wrap="square" tIns="1103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500"/>
              <a:buNone/>
              <a:defRPr sz="1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500"/>
              <a:buNone/>
              <a:defRPr sz="145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500"/>
              <a:buNone/>
              <a:defRPr sz="145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500"/>
              <a:buNone/>
              <a:defRPr sz="145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500"/>
              <a:buNone/>
              <a:defRPr sz="145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500"/>
              <a:buNone/>
              <a:defRPr sz="145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500"/>
              <a:buNone/>
              <a:defRPr sz="145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500"/>
              <a:buNone/>
              <a:defRPr sz="145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500"/>
              <a:buNone/>
              <a:defRPr sz="145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42870" y="4483164"/>
            <a:ext cx="9372600" cy="1850100"/>
          </a:xfrm>
          <a:prstGeom prst="rect">
            <a:avLst/>
          </a:prstGeom>
        </p:spPr>
        <p:txBody>
          <a:bodyPr anchorCtr="0" anchor="t" bIns="110375" lIns="110375" spcFirstLastPara="1" rIns="110375" wrap="square" tIns="110375">
            <a:normAutofit/>
          </a:bodyPr>
          <a:lstStyle>
            <a:lvl1pPr indent="-368300" lvl="0" marL="4572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319704" y="6632131"/>
            <a:ext cx="603600" cy="559800"/>
          </a:xfrm>
          <a:prstGeom prst="rect">
            <a:avLst/>
          </a:prstGeom>
        </p:spPr>
        <p:txBody>
          <a:bodyPr anchorCtr="0" anchor="ctr" bIns="110375" lIns="110375" spcFirstLastPara="1" rIns="110375" wrap="square" tIns="1103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319704" y="6632131"/>
            <a:ext cx="603600" cy="559800"/>
          </a:xfrm>
          <a:prstGeom prst="rect">
            <a:avLst/>
          </a:prstGeom>
        </p:spPr>
        <p:txBody>
          <a:bodyPr anchorCtr="0" anchor="ctr" bIns="110375" lIns="110375" spcFirstLastPara="1" rIns="110375" wrap="square" tIns="1103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2870" y="632924"/>
            <a:ext cx="9372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375" lIns="110375" spcFirstLastPara="1" rIns="110375" wrap="square" tIns="1103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42870" y="1639076"/>
            <a:ext cx="9372600" cy="48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375" lIns="110375" spcFirstLastPara="1" rIns="110375" wrap="square" tIns="110375">
            <a:norm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  <a:defRPr sz="2200">
                <a:solidFill>
                  <a:schemeClr val="dk2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319704" y="6632131"/>
            <a:ext cx="6036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0375" lIns="110375" spcFirstLastPara="1" rIns="110375" wrap="square" tIns="110375">
            <a:normAutofit/>
          </a:bodyPr>
          <a:lstStyle>
            <a:lvl1pPr lvl="0" algn="r">
              <a:buNone/>
              <a:defRPr sz="1200">
                <a:solidFill>
                  <a:schemeClr val="dk2"/>
                </a:solidFill>
              </a:defRPr>
            </a:lvl1pPr>
            <a:lvl2pPr lvl="1" algn="r">
              <a:buNone/>
              <a:defRPr sz="1200">
                <a:solidFill>
                  <a:schemeClr val="dk2"/>
                </a:solidFill>
              </a:defRPr>
            </a:lvl2pPr>
            <a:lvl3pPr lvl="2" algn="r">
              <a:buNone/>
              <a:defRPr sz="1200">
                <a:solidFill>
                  <a:schemeClr val="dk2"/>
                </a:solidFill>
              </a:defRPr>
            </a:lvl3pPr>
            <a:lvl4pPr lvl="3" algn="r">
              <a:buNone/>
              <a:defRPr sz="1200">
                <a:solidFill>
                  <a:schemeClr val="dk2"/>
                </a:solidFill>
              </a:defRPr>
            </a:lvl4pPr>
            <a:lvl5pPr lvl="4" algn="r">
              <a:buNone/>
              <a:defRPr sz="1200">
                <a:solidFill>
                  <a:schemeClr val="dk2"/>
                </a:solidFill>
              </a:defRPr>
            </a:lvl5pPr>
            <a:lvl6pPr lvl="5" algn="r">
              <a:buNone/>
              <a:defRPr sz="1200">
                <a:solidFill>
                  <a:schemeClr val="dk2"/>
                </a:solidFill>
              </a:defRPr>
            </a:lvl6pPr>
            <a:lvl7pPr lvl="6" algn="r">
              <a:buNone/>
              <a:defRPr sz="1200">
                <a:solidFill>
                  <a:schemeClr val="dk2"/>
                </a:solidFill>
              </a:defRPr>
            </a:lvl7pPr>
            <a:lvl8pPr lvl="7" algn="r">
              <a:buNone/>
              <a:defRPr sz="1200">
                <a:solidFill>
                  <a:schemeClr val="dk2"/>
                </a:solidFill>
              </a:defRPr>
            </a:lvl8pPr>
            <a:lvl9pPr lvl="8" algn="r">
              <a:buNone/>
              <a:defRPr sz="12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52075" y="2602775"/>
            <a:ext cx="213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Here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2741500" y="2602775"/>
            <a:ext cx="213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Here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5099425" y="2602775"/>
            <a:ext cx="213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Here</a:t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375150" y="2676400"/>
            <a:ext cx="213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Here</a:t>
            </a:r>
            <a:endParaRPr/>
          </a:p>
        </p:txBody>
      </p:sp>
      <p:sp>
        <p:nvSpPr>
          <p:cNvPr id="58" name="Google Shape;58;p13"/>
          <p:cNvSpPr txBox="1"/>
          <p:nvPr/>
        </p:nvSpPr>
        <p:spPr>
          <a:xfrm>
            <a:off x="2741500" y="4486375"/>
            <a:ext cx="213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Here</a:t>
            </a:r>
            <a:endParaRPr/>
          </a:p>
        </p:txBody>
      </p:sp>
      <p:sp>
        <p:nvSpPr>
          <p:cNvPr id="59" name="Google Shape;59;p13"/>
          <p:cNvSpPr txBox="1"/>
          <p:nvPr/>
        </p:nvSpPr>
        <p:spPr>
          <a:xfrm>
            <a:off x="2446975" y="1282550"/>
            <a:ext cx="213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Here</a:t>
            </a:r>
            <a:endParaRPr/>
          </a:p>
        </p:txBody>
      </p:sp>
      <p:sp>
        <p:nvSpPr>
          <p:cNvPr id="60" name="Google Shape;60;p13"/>
          <p:cNvSpPr txBox="1"/>
          <p:nvPr/>
        </p:nvSpPr>
        <p:spPr>
          <a:xfrm>
            <a:off x="2446975" y="1682750"/>
            <a:ext cx="213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Here</a:t>
            </a: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5099425" y="4486375"/>
            <a:ext cx="213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Here</a:t>
            </a:r>
            <a:endParaRPr/>
          </a:p>
        </p:txBody>
      </p:sp>
      <p:sp>
        <p:nvSpPr>
          <p:cNvPr id="62" name="Google Shape;62;p13"/>
          <p:cNvSpPr txBox="1"/>
          <p:nvPr/>
        </p:nvSpPr>
        <p:spPr>
          <a:xfrm>
            <a:off x="1328800" y="6082275"/>
            <a:ext cx="213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Here</a:t>
            </a:r>
            <a:endParaRPr/>
          </a:p>
        </p:txBody>
      </p:sp>
      <p:sp>
        <p:nvSpPr>
          <p:cNvPr id="63" name="Google Shape;63;p13"/>
          <p:cNvSpPr/>
          <p:nvPr/>
        </p:nvSpPr>
        <p:spPr>
          <a:xfrm>
            <a:off x="7484750" y="5284750"/>
            <a:ext cx="460500" cy="400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3"/>
          <p:cNvSpPr/>
          <p:nvPr/>
        </p:nvSpPr>
        <p:spPr>
          <a:xfrm>
            <a:off x="7945250" y="5284750"/>
            <a:ext cx="460500" cy="400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3"/>
          <p:cNvSpPr/>
          <p:nvPr/>
        </p:nvSpPr>
        <p:spPr>
          <a:xfrm>
            <a:off x="8488200" y="5284750"/>
            <a:ext cx="460500" cy="400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3"/>
          <p:cNvSpPr/>
          <p:nvPr/>
        </p:nvSpPr>
        <p:spPr>
          <a:xfrm>
            <a:off x="9031150" y="5284750"/>
            <a:ext cx="460500" cy="400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3"/>
          <p:cNvSpPr txBox="1"/>
          <p:nvPr/>
        </p:nvSpPr>
        <p:spPr>
          <a:xfrm>
            <a:off x="7430050" y="5974575"/>
            <a:ext cx="202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Click on the star and use “fill color”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/>
        </p:nvSpPr>
        <p:spPr>
          <a:xfrm>
            <a:off x="1643900" y="1534275"/>
            <a:ext cx="213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Here</a:t>
            </a:r>
            <a:endParaRPr/>
          </a:p>
        </p:txBody>
      </p:sp>
      <p:sp>
        <p:nvSpPr>
          <p:cNvPr id="73" name="Google Shape;73;p14"/>
          <p:cNvSpPr txBox="1"/>
          <p:nvPr/>
        </p:nvSpPr>
        <p:spPr>
          <a:xfrm>
            <a:off x="6618300" y="1534275"/>
            <a:ext cx="213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Here</a:t>
            </a:r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1167850" y="71900"/>
            <a:ext cx="213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Here</a:t>
            </a:r>
            <a:endParaRPr/>
          </a:p>
        </p:txBody>
      </p:sp>
      <p:sp>
        <p:nvSpPr>
          <p:cNvPr id="75" name="Google Shape;75;p14"/>
          <p:cNvSpPr txBox="1"/>
          <p:nvPr/>
        </p:nvSpPr>
        <p:spPr>
          <a:xfrm>
            <a:off x="2238075" y="2635300"/>
            <a:ext cx="213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Here</a:t>
            </a:r>
            <a:endParaRPr/>
          </a:p>
        </p:txBody>
      </p:sp>
      <p:sp>
        <p:nvSpPr>
          <p:cNvPr id="76" name="Google Shape;76;p14"/>
          <p:cNvSpPr txBox="1"/>
          <p:nvPr/>
        </p:nvSpPr>
        <p:spPr>
          <a:xfrm>
            <a:off x="1541125" y="3381288"/>
            <a:ext cx="213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Here</a:t>
            </a:r>
            <a:endParaRPr/>
          </a:p>
        </p:txBody>
      </p:sp>
      <p:sp>
        <p:nvSpPr>
          <p:cNvPr id="77" name="Google Shape;77;p14"/>
          <p:cNvSpPr txBox="1"/>
          <p:nvPr/>
        </p:nvSpPr>
        <p:spPr>
          <a:xfrm>
            <a:off x="2419575" y="4481200"/>
            <a:ext cx="213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Here</a:t>
            </a:r>
            <a:endParaRPr/>
          </a:p>
        </p:txBody>
      </p:sp>
      <p:sp>
        <p:nvSpPr>
          <p:cNvPr id="78" name="Google Shape;78;p14"/>
          <p:cNvSpPr txBox="1"/>
          <p:nvPr/>
        </p:nvSpPr>
        <p:spPr>
          <a:xfrm>
            <a:off x="2571975" y="5198700"/>
            <a:ext cx="213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Here</a:t>
            </a:r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2107925" y="5847700"/>
            <a:ext cx="213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Here</a:t>
            </a:r>
            <a:endParaRPr/>
          </a:p>
        </p:txBody>
      </p:sp>
      <p:sp>
        <p:nvSpPr>
          <p:cNvPr id="80" name="Google Shape;80;p14"/>
          <p:cNvSpPr txBox="1"/>
          <p:nvPr/>
        </p:nvSpPr>
        <p:spPr>
          <a:xfrm>
            <a:off x="5166200" y="2975100"/>
            <a:ext cx="213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Here</a:t>
            </a:r>
            <a:endParaRPr/>
          </a:p>
        </p:txBody>
      </p:sp>
      <p:sp>
        <p:nvSpPr>
          <p:cNvPr id="81" name="Google Shape;81;p14"/>
          <p:cNvSpPr txBox="1"/>
          <p:nvPr/>
        </p:nvSpPr>
        <p:spPr>
          <a:xfrm>
            <a:off x="5166200" y="5447500"/>
            <a:ext cx="213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Here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/>
        </p:nvSpPr>
        <p:spPr>
          <a:xfrm>
            <a:off x="1013725" y="753425"/>
            <a:ext cx="213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Here</a:t>
            </a:r>
            <a:endParaRPr/>
          </a:p>
        </p:txBody>
      </p:sp>
      <p:sp>
        <p:nvSpPr>
          <p:cNvPr id="87" name="Google Shape;87;p15"/>
          <p:cNvSpPr txBox="1"/>
          <p:nvPr/>
        </p:nvSpPr>
        <p:spPr>
          <a:xfrm>
            <a:off x="1013725" y="1082225"/>
            <a:ext cx="213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Here</a:t>
            </a:r>
            <a:endParaRPr/>
          </a:p>
        </p:txBody>
      </p:sp>
      <p:sp>
        <p:nvSpPr>
          <p:cNvPr id="88" name="Google Shape;88;p15"/>
          <p:cNvSpPr txBox="1"/>
          <p:nvPr/>
        </p:nvSpPr>
        <p:spPr>
          <a:xfrm>
            <a:off x="167825" y="4729525"/>
            <a:ext cx="213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Here</a:t>
            </a:r>
            <a:endParaRPr/>
          </a:p>
        </p:txBody>
      </p:sp>
      <p:sp>
        <p:nvSpPr>
          <p:cNvPr id="89" name="Google Shape;89;p15"/>
          <p:cNvSpPr txBox="1"/>
          <p:nvPr/>
        </p:nvSpPr>
        <p:spPr>
          <a:xfrm>
            <a:off x="1013725" y="3155875"/>
            <a:ext cx="213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Here</a:t>
            </a:r>
            <a:endParaRPr/>
          </a:p>
        </p:txBody>
      </p:sp>
      <p:sp>
        <p:nvSpPr>
          <p:cNvPr id="90" name="Google Shape;90;p15"/>
          <p:cNvSpPr txBox="1"/>
          <p:nvPr/>
        </p:nvSpPr>
        <p:spPr>
          <a:xfrm>
            <a:off x="2993225" y="1650725"/>
            <a:ext cx="213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Here</a:t>
            </a:r>
            <a:endParaRPr/>
          </a:p>
        </p:txBody>
      </p:sp>
      <p:sp>
        <p:nvSpPr>
          <p:cNvPr id="91" name="Google Shape;91;p15"/>
          <p:cNvSpPr txBox="1"/>
          <p:nvPr/>
        </p:nvSpPr>
        <p:spPr>
          <a:xfrm>
            <a:off x="7351150" y="433225"/>
            <a:ext cx="213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Here</a:t>
            </a:r>
            <a:endParaRPr/>
          </a:p>
        </p:txBody>
      </p:sp>
      <p:sp>
        <p:nvSpPr>
          <p:cNvPr id="92" name="Google Shape;92;p15"/>
          <p:cNvSpPr txBox="1"/>
          <p:nvPr/>
        </p:nvSpPr>
        <p:spPr>
          <a:xfrm>
            <a:off x="5791225" y="2681550"/>
            <a:ext cx="213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Here</a:t>
            </a:r>
            <a:endParaRPr/>
          </a:p>
        </p:txBody>
      </p:sp>
      <p:sp>
        <p:nvSpPr>
          <p:cNvPr id="93" name="Google Shape;93;p15"/>
          <p:cNvSpPr txBox="1"/>
          <p:nvPr/>
        </p:nvSpPr>
        <p:spPr>
          <a:xfrm>
            <a:off x="4053175" y="4603300"/>
            <a:ext cx="213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Here</a:t>
            </a:r>
            <a:endParaRPr/>
          </a:p>
        </p:txBody>
      </p:sp>
      <p:sp>
        <p:nvSpPr>
          <p:cNvPr id="94" name="Google Shape;94;p15"/>
          <p:cNvSpPr txBox="1"/>
          <p:nvPr/>
        </p:nvSpPr>
        <p:spPr>
          <a:xfrm>
            <a:off x="7205625" y="4479500"/>
            <a:ext cx="165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Here</a:t>
            </a:r>
            <a:endParaRPr/>
          </a:p>
        </p:txBody>
      </p:sp>
      <p:sp>
        <p:nvSpPr>
          <p:cNvPr id="95" name="Google Shape;95;p15"/>
          <p:cNvSpPr txBox="1"/>
          <p:nvPr/>
        </p:nvSpPr>
        <p:spPr>
          <a:xfrm>
            <a:off x="727775" y="6494975"/>
            <a:ext cx="213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Here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