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058400" cx="77724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d1c8781d_0_4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d1c8781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dd1c8781d_0_5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dd1c8781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dd1c8781d_0_5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dd1c8781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5dd1c8781d_0_5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5dd1c8781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dd1c8781d_0_5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5dd1c8781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04b013cb9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04b013c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04b013cb9_0_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04b013cb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369750" y="1478151"/>
            <a:ext cx="272400" cy="2526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7229525" y="4155600"/>
            <a:ext cx="178500" cy="1653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7229525" y="4709325"/>
            <a:ext cx="178500" cy="1653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7229525" y="5263050"/>
            <a:ext cx="178500" cy="1653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229525" y="5816775"/>
            <a:ext cx="178500" cy="1653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009725" y="6546125"/>
            <a:ext cx="226500" cy="2097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2314325" y="9705849"/>
            <a:ext cx="226500" cy="2097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2540825" y="576925"/>
            <a:ext cx="50010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156400" y="2117275"/>
            <a:ext cx="3251700" cy="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46300" y="3808125"/>
            <a:ext cx="27063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46300" y="4372725"/>
            <a:ext cx="27063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546300" y="4874625"/>
            <a:ext cx="27063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46300" y="5477675"/>
            <a:ext cx="27063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252600" y="3808125"/>
            <a:ext cx="27063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252600" y="4372725"/>
            <a:ext cx="27063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3252600" y="4874625"/>
            <a:ext cx="27063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3252600" y="5477675"/>
            <a:ext cx="27063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821375" y="6191225"/>
            <a:ext cx="16368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271500" y="6970700"/>
            <a:ext cx="37383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306850" y="7888096"/>
            <a:ext cx="37383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71500" y="8542150"/>
            <a:ext cx="33822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4579350" y="7298125"/>
            <a:ext cx="28788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6555100" y="7817625"/>
            <a:ext cx="903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4579350" y="8161200"/>
            <a:ext cx="28788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6555100" y="8680700"/>
            <a:ext cx="903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4579350" y="9024275"/>
            <a:ext cx="28788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6555100" y="9543775"/>
            <a:ext cx="903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309725" y="3268425"/>
            <a:ext cx="2365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2728000" y="3268425"/>
            <a:ext cx="2355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136075" y="3272625"/>
            <a:ext cx="2355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314825" y="6213425"/>
            <a:ext cx="2365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733100" y="6213425"/>
            <a:ext cx="2355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141175" y="6217625"/>
            <a:ext cx="2355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14825" y="9158425"/>
            <a:ext cx="2365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733100" y="9158425"/>
            <a:ext cx="2355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141175" y="9162625"/>
            <a:ext cx="2355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9725" y="986575"/>
            <a:ext cx="2073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B7B7B7"/>
                </a:solidFill>
              </a:rPr>
              <a:t>[Draw, or copy and paste images]</a:t>
            </a:r>
            <a:endParaRPr sz="9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5451800" y="802625"/>
            <a:ext cx="2073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900FF"/>
                </a:solidFill>
              </a:rPr>
              <a:t>[Draw text boxes, use lines, etc.)</a:t>
            </a:r>
            <a:endParaRPr sz="9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759900" y="1003325"/>
            <a:ext cx="210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759900" y="1389850"/>
            <a:ext cx="210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759900" y="2537225"/>
            <a:ext cx="210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094550" y="1003325"/>
            <a:ext cx="210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3094550" y="1389850"/>
            <a:ext cx="210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094550" y="2537225"/>
            <a:ext cx="210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5479350" y="1003325"/>
            <a:ext cx="21081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479350" y="1389850"/>
            <a:ext cx="210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5479350" y="2537225"/>
            <a:ext cx="210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19325" y="4253150"/>
            <a:ext cx="2482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193950" y="4330300"/>
            <a:ext cx="11139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734275" y="4253150"/>
            <a:ext cx="2414400" cy="19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53225" y="5852025"/>
            <a:ext cx="17712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2377850" y="5852025"/>
            <a:ext cx="17712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115000" y="6396250"/>
            <a:ext cx="1555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183800" y="6632275"/>
            <a:ext cx="15555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79425" y="7189800"/>
            <a:ext cx="3885000" cy="79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734275" y="6632275"/>
            <a:ext cx="2899500" cy="13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937375" y="3065875"/>
            <a:ext cx="20226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518700" y="535075"/>
            <a:ext cx="2073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900FF"/>
                </a:solidFill>
              </a:rPr>
              <a:t>[Draw or copy and paste images)</a:t>
            </a:r>
            <a:endParaRPr sz="900">
              <a:solidFill>
                <a:srgbClr val="9900FF"/>
              </a:solidFill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937375" y="1147375"/>
            <a:ext cx="19806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154975" y="3065875"/>
            <a:ext cx="20226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154975" y="1147375"/>
            <a:ext cx="19806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5372575" y="3065875"/>
            <a:ext cx="20226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5372575" y="1147375"/>
            <a:ext cx="19806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608650" y="5350375"/>
            <a:ext cx="68412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53975" y="8429175"/>
            <a:ext cx="68412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11975" y="7282525"/>
            <a:ext cx="68412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065850" y="5807575"/>
            <a:ext cx="68412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748250" y="484550"/>
            <a:ext cx="6870000" cy="9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/>
        </p:nvSpPr>
        <p:spPr>
          <a:xfrm>
            <a:off x="272100" y="510050"/>
            <a:ext cx="6870000" cy="6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