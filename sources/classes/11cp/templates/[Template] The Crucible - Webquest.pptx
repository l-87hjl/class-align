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Della Respira"/>
      <p:regular r:id="rId23"/>
    </p:embeddedFont>
    <p:embeddedFont>
      <p:font typeface="DM Sans Light"/>
      <p:regular r:id="rId24"/>
      <p:bold r:id="rId25"/>
      <p:italic r:id="rId26"/>
      <p:boldItalic r:id="rId27"/>
    </p:embeddedFont>
    <p:embeddedFont>
      <p:font typeface="DM Sans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D0FE3B6-EDA4-4F20-976A-FC1056F27B6C}">
  <a:tblStyle styleId="{2D0FE3B6-EDA4-4F20-976A-FC1056F27B6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DMSans-boldItalic.fntdata"/><Relationship Id="rId30" Type="http://schemas.openxmlformats.org/officeDocument/2006/relationships/font" Target="fonts/DMSans-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DMSansLight-regular.fntdata"/><Relationship Id="rId23" Type="http://schemas.openxmlformats.org/officeDocument/2006/relationships/font" Target="fonts/DellaRespira-regular.fntdata"/><Relationship Id="rId26" Type="http://schemas.openxmlformats.org/officeDocument/2006/relationships/font" Target="fonts/DMSansLight-italic.fntdata"/><Relationship Id="rId25" Type="http://schemas.openxmlformats.org/officeDocument/2006/relationships/font" Target="fonts/DMSansLight-bold.fntdata"/><Relationship Id="rId28" Type="http://schemas.openxmlformats.org/officeDocument/2006/relationships/font" Target="fonts/DMSans-regular.fntdata"/><Relationship Id="rId27" Type="http://schemas.openxmlformats.org/officeDocument/2006/relationships/font" Target="fonts/DMSansLight-boldItalic.fntdata"/><Relationship Id="rId29" Type="http://schemas.openxmlformats.org/officeDocument/2006/relationships/font" Target="fonts/DMSans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7b2ff95731_0_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37b2ff95731_0_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7b2ff95731_0_5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37b2ff95731_0_5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7b2ff95731_0_5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7b2ff95731_0_5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b2ff95731_0_5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37b2ff95731_0_5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7b2ff95731_0_5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37b2ff95731_0_5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7b2ff95731_0_5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37b2ff95731_0_5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7b2ff95731_0_6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37b2ff95731_0_6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7b2ff95731_0_6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7b2ff95731_0_6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7b2ff95731_0_6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37b2ff95731_0_6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7b2ff95731_0_6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37b2ff95731_0_6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7b2ff95731_0_6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37b2ff95731_0_6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7b2ff95731_0_6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37b2ff95731_0_6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7b2ff95731_0_6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37b2ff95731_0_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7b2ff95731_0_6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37b2ff95731_0_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7b2ff9573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37b2ff9573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7b2ff95731_0_5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37b2ff95731_0_5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USTOM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950" y="284775"/>
            <a:ext cx="8598900" cy="24789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74950" y="2975835"/>
            <a:ext cx="4201200" cy="1313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274950" y="4501727"/>
            <a:ext cx="8598900" cy="357000"/>
          </a:xfrm>
          <a:prstGeom prst="roundRect">
            <a:avLst>
              <a:gd fmla="val 34148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Della Respira"/>
              <a:ea typeface="Della Respira"/>
              <a:cs typeface="Della Respira"/>
              <a:sym typeface="Della Respira"/>
            </a:endParaRPr>
          </a:p>
        </p:txBody>
      </p:sp>
      <p:sp>
        <p:nvSpPr>
          <p:cNvPr id="13" name="Google Shape;13;p2"/>
          <p:cNvSpPr txBox="1"/>
          <p:nvPr>
            <p:ph type="title"/>
          </p:nvPr>
        </p:nvSpPr>
        <p:spPr>
          <a:xfrm>
            <a:off x="274725" y="312763"/>
            <a:ext cx="8598900" cy="247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74725" y="2971100"/>
            <a:ext cx="4213200" cy="131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2" type="subTitle"/>
          </p:nvPr>
        </p:nvSpPr>
        <p:spPr>
          <a:xfrm>
            <a:off x="279625" y="4509075"/>
            <a:ext cx="85989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_16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274950" y="1318300"/>
            <a:ext cx="8598900" cy="24789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274725" y="1346288"/>
            <a:ext cx="8598900" cy="247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">
  <p:cSld name="CUSTOM_1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>
            <p:ph idx="2" type="pic"/>
          </p:nvPr>
        </p:nvSpPr>
        <p:spPr>
          <a:xfrm>
            <a:off x="4676850" y="1342250"/>
            <a:ext cx="4201200" cy="3510600"/>
          </a:xfrm>
          <a:prstGeom prst="roundRect">
            <a:avLst>
              <a:gd fmla="val 5775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4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/>
          <p:nvPr/>
        </p:nvSpPr>
        <p:spPr>
          <a:xfrm>
            <a:off x="274950" y="1348125"/>
            <a:ext cx="4201200" cy="3510600"/>
          </a:xfrm>
          <a:prstGeom prst="roundRect">
            <a:avLst>
              <a:gd fmla="val 5734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96350" y="1593900"/>
            <a:ext cx="3754200" cy="29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s and Assigned Sections">
  <p:cSld name="CUSTOM_2">
    <p:bg>
      <p:bgPr>
        <a:solidFill>
          <a:schemeClr val="lt2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>
            <p:ph idx="2" type="pic"/>
          </p:nvPr>
        </p:nvSpPr>
        <p:spPr>
          <a:xfrm>
            <a:off x="383625" y="1328875"/>
            <a:ext cx="1789200" cy="22779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5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/>
          <p:nvPr/>
        </p:nvSpPr>
        <p:spPr>
          <a:xfrm>
            <a:off x="275100" y="3790950"/>
            <a:ext cx="1998300" cy="3489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9" name="Google Shape;29;p5"/>
          <p:cNvSpPr/>
          <p:nvPr/>
        </p:nvSpPr>
        <p:spPr>
          <a:xfrm>
            <a:off x="275100" y="4251701"/>
            <a:ext cx="1998300" cy="606900"/>
          </a:xfrm>
          <a:prstGeom prst="roundRect">
            <a:avLst>
              <a:gd fmla="val 17449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" name="Google Shape;30;p5"/>
          <p:cNvSpPr/>
          <p:nvPr/>
        </p:nvSpPr>
        <p:spPr>
          <a:xfrm>
            <a:off x="2477850" y="4251701"/>
            <a:ext cx="1998300" cy="606900"/>
          </a:xfrm>
          <a:prstGeom prst="roundRect">
            <a:avLst>
              <a:gd fmla="val 17449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" name="Google Shape;31;p5"/>
          <p:cNvSpPr/>
          <p:nvPr/>
        </p:nvSpPr>
        <p:spPr>
          <a:xfrm>
            <a:off x="4672725" y="4251701"/>
            <a:ext cx="1998300" cy="606900"/>
          </a:xfrm>
          <a:prstGeom prst="roundRect">
            <a:avLst>
              <a:gd fmla="val 17449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6875475" y="4251701"/>
            <a:ext cx="1998300" cy="606900"/>
          </a:xfrm>
          <a:prstGeom prst="roundRect">
            <a:avLst>
              <a:gd fmla="val 17449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2477850" y="3790950"/>
            <a:ext cx="1998300" cy="3489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4" name="Google Shape;34;p5"/>
          <p:cNvSpPr/>
          <p:nvPr/>
        </p:nvSpPr>
        <p:spPr>
          <a:xfrm>
            <a:off x="4676663" y="3790950"/>
            <a:ext cx="1998300" cy="3489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5" name="Google Shape;35;p5"/>
          <p:cNvSpPr/>
          <p:nvPr/>
        </p:nvSpPr>
        <p:spPr>
          <a:xfrm>
            <a:off x="6875475" y="3790950"/>
            <a:ext cx="1998300" cy="3489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6" name="Google Shape;36;p5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274950" y="3791100"/>
            <a:ext cx="19983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38" name="Google Shape;38;p5"/>
          <p:cNvSpPr txBox="1"/>
          <p:nvPr>
            <p:ph idx="3" type="subTitle"/>
          </p:nvPr>
        </p:nvSpPr>
        <p:spPr>
          <a:xfrm>
            <a:off x="2475813" y="3791100"/>
            <a:ext cx="19983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4" type="subTitle"/>
          </p:nvPr>
        </p:nvSpPr>
        <p:spPr>
          <a:xfrm>
            <a:off x="4675638" y="3791100"/>
            <a:ext cx="19983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5" type="subTitle"/>
          </p:nvPr>
        </p:nvSpPr>
        <p:spPr>
          <a:xfrm>
            <a:off x="6875488" y="3791100"/>
            <a:ext cx="19983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41" name="Google Shape;41;p5"/>
          <p:cNvSpPr txBox="1"/>
          <p:nvPr>
            <p:ph idx="6" type="subTitle"/>
          </p:nvPr>
        </p:nvSpPr>
        <p:spPr>
          <a:xfrm>
            <a:off x="274950" y="4251700"/>
            <a:ext cx="1998300" cy="60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9pPr>
          </a:lstStyle>
          <a:p/>
        </p:txBody>
      </p:sp>
      <p:sp>
        <p:nvSpPr>
          <p:cNvPr id="42" name="Google Shape;42;p5"/>
          <p:cNvSpPr txBox="1"/>
          <p:nvPr>
            <p:ph idx="7" type="subTitle"/>
          </p:nvPr>
        </p:nvSpPr>
        <p:spPr>
          <a:xfrm>
            <a:off x="2477850" y="4251700"/>
            <a:ext cx="1998300" cy="60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9pPr>
          </a:lstStyle>
          <a:p/>
        </p:txBody>
      </p:sp>
      <p:sp>
        <p:nvSpPr>
          <p:cNvPr id="43" name="Google Shape;43;p5"/>
          <p:cNvSpPr txBox="1"/>
          <p:nvPr>
            <p:ph idx="8" type="subTitle"/>
          </p:nvPr>
        </p:nvSpPr>
        <p:spPr>
          <a:xfrm>
            <a:off x="4676663" y="4251700"/>
            <a:ext cx="1998300" cy="60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9pPr>
          </a:lstStyle>
          <a:p/>
        </p:txBody>
      </p:sp>
      <p:sp>
        <p:nvSpPr>
          <p:cNvPr id="44" name="Google Shape;44;p5"/>
          <p:cNvSpPr txBox="1"/>
          <p:nvPr>
            <p:ph idx="9" type="subTitle"/>
          </p:nvPr>
        </p:nvSpPr>
        <p:spPr>
          <a:xfrm>
            <a:off x="6867588" y="4251700"/>
            <a:ext cx="1998300" cy="60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Font typeface="DM Sans"/>
              <a:buNone/>
              <a:defRPr sz="1100"/>
            </a:lvl9pPr>
          </a:lstStyle>
          <a:p/>
        </p:txBody>
      </p:sp>
      <p:sp>
        <p:nvSpPr>
          <p:cNvPr id="45" name="Google Shape;45;p5"/>
          <p:cNvSpPr/>
          <p:nvPr>
            <p:ph idx="13" type="pic"/>
          </p:nvPr>
        </p:nvSpPr>
        <p:spPr>
          <a:xfrm>
            <a:off x="2579800" y="1328875"/>
            <a:ext cx="1789200" cy="22779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5"/>
          <p:cNvSpPr/>
          <p:nvPr>
            <p:ph idx="14" type="pic"/>
          </p:nvPr>
        </p:nvSpPr>
        <p:spPr>
          <a:xfrm>
            <a:off x="4775975" y="1328875"/>
            <a:ext cx="1789200" cy="22779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5"/>
          <p:cNvSpPr/>
          <p:nvPr>
            <p:ph idx="15" type="pic"/>
          </p:nvPr>
        </p:nvSpPr>
        <p:spPr>
          <a:xfrm>
            <a:off x="6972150" y="1328875"/>
            <a:ext cx="1789200" cy="2277900"/>
          </a:xfrm>
          <a:prstGeom prst="ellipse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3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6"/>
          <p:cNvSpPr/>
          <p:nvPr/>
        </p:nvSpPr>
        <p:spPr>
          <a:xfrm>
            <a:off x="1655875" y="1348125"/>
            <a:ext cx="7218000" cy="5433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1655875" y="2100369"/>
            <a:ext cx="7218000" cy="5433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1655875" y="2837025"/>
            <a:ext cx="7218000" cy="5433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1655875" y="3573669"/>
            <a:ext cx="7218000" cy="5433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1655875" y="4315525"/>
            <a:ext cx="7218000" cy="5433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274950" y="1348075"/>
            <a:ext cx="1197900" cy="543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3715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00"/>
          </a:p>
        </p:txBody>
      </p:sp>
      <p:sp>
        <p:nvSpPr>
          <p:cNvPr id="56" name="Google Shape;56;p6"/>
          <p:cNvSpPr/>
          <p:nvPr/>
        </p:nvSpPr>
        <p:spPr>
          <a:xfrm>
            <a:off x="274950" y="2092550"/>
            <a:ext cx="1197900" cy="543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371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57" name="Google Shape;57;p6"/>
          <p:cNvSpPr/>
          <p:nvPr/>
        </p:nvSpPr>
        <p:spPr>
          <a:xfrm>
            <a:off x="274950" y="2837025"/>
            <a:ext cx="1197900" cy="543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371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58" name="Google Shape;58;p6"/>
          <p:cNvSpPr/>
          <p:nvPr/>
        </p:nvSpPr>
        <p:spPr>
          <a:xfrm>
            <a:off x="274950" y="3573675"/>
            <a:ext cx="1197900" cy="543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3715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59" name="Google Shape;59;p6"/>
          <p:cNvSpPr/>
          <p:nvPr/>
        </p:nvSpPr>
        <p:spPr>
          <a:xfrm>
            <a:off x="274950" y="4310325"/>
            <a:ext cx="1197900" cy="543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3715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60" name="Google Shape;60;p6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61" name="Google Shape;61;p6"/>
          <p:cNvSpPr txBox="1"/>
          <p:nvPr>
            <p:ph idx="1" type="subTitle"/>
          </p:nvPr>
        </p:nvSpPr>
        <p:spPr>
          <a:xfrm>
            <a:off x="1655875" y="1348075"/>
            <a:ext cx="72180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2" name="Google Shape;62;p6"/>
          <p:cNvSpPr txBox="1"/>
          <p:nvPr>
            <p:ph idx="2" type="subTitle"/>
          </p:nvPr>
        </p:nvSpPr>
        <p:spPr>
          <a:xfrm>
            <a:off x="1655875" y="2092550"/>
            <a:ext cx="72180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3" name="Google Shape;63;p6"/>
          <p:cNvSpPr txBox="1"/>
          <p:nvPr>
            <p:ph idx="3" type="subTitle"/>
          </p:nvPr>
        </p:nvSpPr>
        <p:spPr>
          <a:xfrm>
            <a:off x="1655875" y="2837025"/>
            <a:ext cx="72180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4" name="Google Shape;64;p6"/>
          <p:cNvSpPr txBox="1"/>
          <p:nvPr>
            <p:ph idx="4" type="subTitle"/>
          </p:nvPr>
        </p:nvSpPr>
        <p:spPr>
          <a:xfrm>
            <a:off x="1655875" y="3576275"/>
            <a:ext cx="72180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5" name="Google Shape;65;p6"/>
          <p:cNvSpPr txBox="1"/>
          <p:nvPr>
            <p:ph idx="5" type="subTitle"/>
          </p:nvPr>
        </p:nvSpPr>
        <p:spPr>
          <a:xfrm>
            <a:off x="1655875" y="4315525"/>
            <a:ext cx="72180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M Sans Light"/>
              <a:buNone/>
              <a:defRPr sz="22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6" name="Google Shape;66;p6"/>
          <p:cNvSpPr txBox="1"/>
          <p:nvPr>
            <p:ph idx="6" type="subTitle"/>
          </p:nvPr>
        </p:nvSpPr>
        <p:spPr>
          <a:xfrm flipH="1">
            <a:off x="91975" y="1369047"/>
            <a:ext cx="15639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67" name="Google Shape;67;p6"/>
          <p:cNvSpPr txBox="1"/>
          <p:nvPr>
            <p:ph idx="7" type="subTitle"/>
          </p:nvPr>
        </p:nvSpPr>
        <p:spPr>
          <a:xfrm flipH="1">
            <a:off x="91975" y="2113547"/>
            <a:ext cx="15639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68" name="Google Shape;68;p6"/>
          <p:cNvSpPr txBox="1"/>
          <p:nvPr>
            <p:ph idx="8" type="subTitle"/>
          </p:nvPr>
        </p:nvSpPr>
        <p:spPr>
          <a:xfrm flipH="1">
            <a:off x="91975" y="2854085"/>
            <a:ext cx="15639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69" name="Google Shape;69;p6"/>
          <p:cNvSpPr txBox="1"/>
          <p:nvPr>
            <p:ph idx="9" type="subTitle"/>
          </p:nvPr>
        </p:nvSpPr>
        <p:spPr>
          <a:xfrm flipH="1">
            <a:off x="91975" y="3592685"/>
            <a:ext cx="15639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70" name="Google Shape;70;p6"/>
          <p:cNvSpPr txBox="1"/>
          <p:nvPr>
            <p:ph idx="13" type="subTitle"/>
          </p:nvPr>
        </p:nvSpPr>
        <p:spPr>
          <a:xfrm flipH="1">
            <a:off x="91975" y="4336485"/>
            <a:ext cx="15639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orybook 1">
  <p:cSld name="CUSTOM_4">
    <p:bg>
      <p:bgPr>
        <a:solidFill>
          <a:schemeClr val="dk2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"/>
          <p:cNvSpPr/>
          <p:nvPr>
            <p:ph idx="2" type="pic"/>
          </p:nvPr>
        </p:nvSpPr>
        <p:spPr>
          <a:xfrm>
            <a:off x="4676850" y="279050"/>
            <a:ext cx="4201200" cy="4573800"/>
          </a:xfrm>
          <a:prstGeom prst="roundRect">
            <a:avLst>
              <a:gd fmla="val 4826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7"/>
          <p:cNvSpPr/>
          <p:nvPr/>
        </p:nvSpPr>
        <p:spPr>
          <a:xfrm>
            <a:off x="274950" y="1164975"/>
            <a:ext cx="4201200" cy="36936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74" name="Google Shape;74;p7"/>
          <p:cNvSpPr txBox="1"/>
          <p:nvPr>
            <p:ph idx="1" type="body"/>
          </p:nvPr>
        </p:nvSpPr>
        <p:spPr>
          <a:xfrm>
            <a:off x="510325" y="1412150"/>
            <a:ext cx="3733200" cy="31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75" name="Google Shape;75;p7"/>
          <p:cNvSpPr/>
          <p:nvPr/>
        </p:nvSpPr>
        <p:spPr>
          <a:xfrm>
            <a:off x="274950" y="284775"/>
            <a:ext cx="4201200" cy="704400"/>
          </a:xfrm>
          <a:prstGeom prst="roundRect">
            <a:avLst>
              <a:gd fmla="val 25275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/>
          </a:p>
        </p:txBody>
      </p:sp>
      <p:sp>
        <p:nvSpPr>
          <p:cNvPr id="76" name="Google Shape;76;p7"/>
          <p:cNvSpPr txBox="1"/>
          <p:nvPr>
            <p:ph type="title"/>
          </p:nvPr>
        </p:nvSpPr>
        <p:spPr>
          <a:xfrm>
            <a:off x="272650" y="327125"/>
            <a:ext cx="42012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77" name="Google Shape;77;p7"/>
          <p:cNvSpPr/>
          <p:nvPr/>
        </p:nvSpPr>
        <p:spPr>
          <a:xfrm>
            <a:off x="8008325" y="109825"/>
            <a:ext cx="1018200" cy="3957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78" name="Google Shape;78;p7"/>
          <p:cNvSpPr txBox="1"/>
          <p:nvPr>
            <p:ph idx="3" type="subTitle"/>
          </p:nvPr>
        </p:nvSpPr>
        <p:spPr>
          <a:xfrm>
            <a:off x="8008325" y="109825"/>
            <a:ext cx="1018200" cy="39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ella Respira"/>
              <a:buNone/>
              <a:defRPr b="1" sz="11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orybook 2">
  <p:cSld name="CUSTOM_5">
    <p:bg>
      <p:bgPr>
        <a:solidFill>
          <a:schemeClr val="lt2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8"/>
          <p:cNvSpPr/>
          <p:nvPr>
            <p:ph idx="2" type="pic"/>
          </p:nvPr>
        </p:nvSpPr>
        <p:spPr>
          <a:xfrm>
            <a:off x="6781525" y="279050"/>
            <a:ext cx="2096400" cy="4573800"/>
          </a:xfrm>
          <a:prstGeom prst="roundRect">
            <a:avLst>
              <a:gd fmla="val 965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8"/>
          <p:cNvSpPr/>
          <p:nvPr/>
        </p:nvSpPr>
        <p:spPr>
          <a:xfrm>
            <a:off x="274950" y="1164975"/>
            <a:ext cx="6304500" cy="3693600"/>
          </a:xfrm>
          <a:prstGeom prst="roundRect">
            <a:avLst>
              <a:gd fmla="val 5734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82" name="Google Shape;82;p8"/>
          <p:cNvSpPr txBox="1"/>
          <p:nvPr>
            <p:ph idx="1" type="body"/>
          </p:nvPr>
        </p:nvSpPr>
        <p:spPr>
          <a:xfrm>
            <a:off x="552284" y="1335950"/>
            <a:ext cx="5739600" cy="317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83" name="Google Shape;83;p8"/>
          <p:cNvSpPr/>
          <p:nvPr/>
        </p:nvSpPr>
        <p:spPr>
          <a:xfrm>
            <a:off x="274950" y="284775"/>
            <a:ext cx="3417900" cy="704400"/>
          </a:xfrm>
          <a:prstGeom prst="roundRect">
            <a:avLst>
              <a:gd fmla="val 25275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84" name="Google Shape;84;p8"/>
          <p:cNvSpPr txBox="1"/>
          <p:nvPr>
            <p:ph type="title"/>
          </p:nvPr>
        </p:nvSpPr>
        <p:spPr>
          <a:xfrm>
            <a:off x="272650" y="327125"/>
            <a:ext cx="34179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85" name="Google Shape;85;p8"/>
          <p:cNvSpPr/>
          <p:nvPr/>
        </p:nvSpPr>
        <p:spPr>
          <a:xfrm>
            <a:off x="3890600" y="284775"/>
            <a:ext cx="2688900" cy="7044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</p:txBody>
      </p:sp>
      <p:sp>
        <p:nvSpPr>
          <p:cNvPr id="86" name="Google Shape;86;p8"/>
          <p:cNvSpPr txBox="1"/>
          <p:nvPr>
            <p:ph idx="3" type="subTitle"/>
          </p:nvPr>
        </p:nvSpPr>
        <p:spPr>
          <a:xfrm>
            <a:off x="3890675" y="284775"/>
            <a:ext cx="2688900" cy="7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b="1"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orybook 3">
  <p:cSld name="CUSTOM_6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9"/>
          <p:cNvSpPr/>
          <p:nvPr/>
        </p:nvSpPr>
        <p:spPr>
          <a:xfrm>
            <a:off x="274950" y="1164975"/>
            <a:ext cx="8598900" cy="3693600"/>
          </a:xfrm>
          <a:prstGeom prst="roundRect">
            <a:avLst>
              <a:gd fmla="val 5734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89" name="Google Shape;89;p9"/>
          <p:cNvSpPr txBox="1"/>
          <p:nvPr>
            <p:ph idx="1" type="body"/>
          </p:nvPr>
        </p:nvSpPr>
        <p:spPr>
          <a:xfrm>
            <a:off x="552275" y="1405150"/>
            <a:ext cx="8060400" cy="318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90" name="Google Shape;90;p9"/>
          <p:cNvSpPr/>
          <p:nvPr/>
        </p:nvSpPr>
        <p:spPr>
          <a:xfrm>
            <a:off x="274950" y="284775"/>
            <a:ext cx="5719200" cy="70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91" name="Google Shape;91;p9"/>
          <p:cNvSpPr/>
          <p:nvPr/>
        </p:nvSpPr>
        <p:spPr>
          <a:xfrm>
            <a:off x="6184900" y="284775"/>
            <a:ext cx="2688900" cy="7044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</p:txBody>
      </p:sp>
      <p:sp>
        <p:nvSpPr>
          <p:cNvPr id="92" name="Google Shape;92;p9"/>
          <p:cNvSpPr txBox="1"/>
          <p:nvPr>
            <p:ph type="title"/>
          </p:nvPr>
        </p:nvSpPr>
        <p:spPr>
          <a:xfrm>
            <a:off x="272650" y="327125"/>
            <a:ext cx="57192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93" name="Google Shape;93;p9"/>
          <p:cNvSpPr/>
          <p:nvPr/>
        </p:nvSpPr>
        <p:spPr>
          <a:xfrm>
            <a:off x="109155" y="109825"/>
            <a:ext cx="1018200" cy="3957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94" name="Google Shape;94;p9"/>
          <p:cNvSpPr txBox="1"/>
          <p:nvPr>
            <p:ph idx="2" type="subTitle"/>
          </p:nvPr>
        </p:nvSpPr>
        <p:spPr>
          <a:xfrm>
            <a:off x="109150" y="109825"/>
            <a:ext cx="1018200" cy="39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ella Respira"/>
              <a:buNone/>
              <a:defRPr b="1" sz="11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9"/>
          <p:cNvSpPr txBox="1"/>
          <p:nvPr>
            <p:ph idx="3" type="subTitle"/>
          </p:nvPr>
        </p:nvSpPr>
        <p:spPr>
          <a:xfrm>
            <a:off x="6184900" y="284775"/>
            <a:ext cx="2688900" cy="7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b="1"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 Page 1">
  <p:cSld name="CUSTOM_7">
    <p:bg>
      <p:bgPr>
        <a:solidFill>
          <a:schemeClr val="dk2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0"/>
          <p:cNvSpPr/>
          <p:nvPr>
            <p:ph idx="2" type="pic"/>
          </p:nvPr>
        </p:nvSpPr>
        <p:spPr>
          <a:xfrm>
            <a:off x="274950" y="1159275"/>
            <a:ext cx="2096400" cy="3705000"/>
          </a:xfrm>
          <a:prstGeom prst="roundRect">
            <a:avLst>
              <a:gd fmla="val 11005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10"/>
          <p:cNvSpPr/>
          <p:nvPr/>
        </p:nvSpPr>
        <p:spPr>
          <a:xfrm>
            <a:off x="2547100" y="284775"/>
            <a:ext cx="6326700" cy="704400"/>
          </a:xfrm>
          <a:prstGeom prst="roundRect">
            <a:avLst>
              <a:gd fmla="val 25275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99" name="Google Shape;99;p10"/>
          <p:cNvSpPr/>
          <p:nvPr/>
        </p:nvSpPr>
        <p:spPr>
          <a:xfrm>
            <a:off x="2547100" y="1164975"/>
            <a:ext cx="6326700" cy="3693600"/>
          </a:xfrm>
          <a:prstGeom prst="roundRect">
            <a:avLst>
              <a:gd fmla="val 5734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100" name="Google Shape;100;p10"/>
          <p:cNvSpPr/>
          <p:nvPr/>
        </p:nvSpPr>
        <p:spPr>
          <a:xfrm>
            <a:off x="274950" y="284775"/>
            <a:ext cx="2096400" cy="704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</p:txBody>
      </p:sp>
      <p:sp>
        <p:nvSpPr>
          <p:cNvPr id="101" name="Google Shape;101;p10"/>
          <p:cNvSpPr txBox="1"/>
          <p:nvPr/>
        </p:nvSpPr>
        <p:spPr>
          <a:xfrm>
            <a:off x="2840350" y="1414100"/>
            <a:ext cx="5740200" cy="31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2" name="Google Shape;102;p10"/>
          <p:cNvSpPr txBox="1"/>
          <p:nvPr>
            <p:ph idx="1" type="body"/>
          </p:nvPr>
        </p:nvSpPr>
        <p:spPr>
          <a:xfrm>
            <a:off x="2845275" y="1412150"/>
            <a:ext cx="5732400" cy="316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03" name="Google Shape;103;p10"/>
          <p:cNvSpPr txBox="1"/>
          <p:nvPr>
            <p:ph type="title"/>
          </p:nvPr>
        </p:nvSpPr>
        <p:spPr>
          <a:xfrm>
            <a:off x="254710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104" name="Google Shape;104;p10"/>
          <p:cNvSpPr txBox="1"/>
          <p:nvPr>
            <p:ph idx="3" type="subTitle"/>
          </p:nvPr>
        </p:nvSpPr>
        <p:spPr>
          <a:xfrm>
            <a:off x="274950" y="284775"/>
            <a:ext cx="2096400" cy="7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b="1"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 Page 1 Alt">
  <p:cSld name="CUSTOM_7_1">
    <p:bg>
      <p:bgPr>
        <a:solidFill>
          <a:schemeClr val="dk2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1"/>
          <p:cNvSpPr/>
          <p:nvPr>
            <p:ph idx="2" type="pic"/>
          </p:nvPr>
        </p:nvSpPr>
        <p:spPr>
          <a:xfrm>
            <a:off x="2547100" y="1159275"/>
            <a:ext cx="6326700" cy="3705000"/>
          </a:xfrm>
          <a:prstGeom prst="roundRect">
            <a:avLst>
              <a:gd fmla="val 653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11"/>
          <p:cNvSpPr txBox="1"/>
          <p:nvPr>
            <p:ph idx="1" type="body"/>
          </p:nvPr>
        </p:nvSpPr>
        <p:spPr>
          <a:xfrm>
            <a:off x="496375" y="1377200"/>
            <a:ext cx="1663800" cy="32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08" name="Google Shape;108;p11"/>
          <p:cNvSpPr/>
          <p:nvPr/>
        </p:nvSpPr>
        <p:spPr>
          <a:xfrm>
            <a:off x="2547100" y="284775"/>
            <a:ext cx="6326700" cy="704400"/>
          </a:xfrm>
          <a:prstGeom prst="roundRect">
            <a:avLst>
              <a:gd fmla="val 25275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109" name="Google Shape;109;p11"/>
          <p:cNvSpPr/>
          <p:nvPr/>
        </p:nvSpPr>
        <p:spPr>
          <a:xfrm>
            <a:off x="274950" y="284775"/>
            <a:ext cx="2096400" cy="704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</p:txBody>
      </p:sp>
      <p:sp>
        <p:nvSpPr>
          <p:cNvPr id="110" name="Google Shape;110;p11"/>
          <p:cNvSpPr txBox="1"/>
          <p:nvPr>
            <p:ph type="title"/>
          </p:nvPr>
        </p:nvSpPr>
        <p:spPr>
          <a:xfrm>
            <a:off x="254710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111" name="Google Shape;111;p11"/>
          <p:cNvSpPr txBox="1"/>
          <p:nvPr>
            <p:ph idx="3" type="subTitle"/>
          </p:nvPr>
        </p:nvSpPr>
        <p:spPr>
          <a:xfrm>
            <a:off x="274950" y="284775"/>
            <a:ext cx="2096400" cy="7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b="1"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 Page 1 Editable">
  <p:cSld name="CUSTOM_7_1_1">
    <p:bg>
      <p:bgPr>
        <a:solidFill>
          <a:schemeClr val="dk2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2"/>
          <p:cNvSpPr/>
          <p:nvPr>
            <p:ph idx="2" type="pic"/>
          </p:nvPr>
        </p:nvSpPr>
        <p:spPr>
          <a:xfrm>
            <a:off x="4672600" y="1159275"/>
            <a:ext cx="4201200" cy="3705000"/>
          </a:xfrm>
          <a:prstGeom prst="roundRect">
            <a:avLst>
              <a:gd fmla="val 629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12"/>
          <p:cNvSpPr txBox="1"/>
          <p:nvPr>
            <p:ph idx="1" type="body"/>
          </p:nvPr>
        </p:nvSpPr>
        <p:spPr>
          <a:xfrm>
            <a:off x="496375" y="1377200"/>
            <a:ext cx="3772800" cy="32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15" name="Google Shape;115;p12"/>
          <p:cNvSpPr/>
          <p:nvPr/>
        </p:nvSpPr>
        <p:spPr>
          <a:xfrm>
            <a:off x="2547100" y="284775"/>
            <a:ext cx="6326700" cy="704400"/>
          </a:xfrm>
          <a:prstGeom prst="roundRect">
            <a:avLst>
              <a:gd fmla="val 25275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116" name="Google Shape;116;p12"/>
          <p:cNvSpPr/>
          <p:nvPr/>
        </p:nvSpPr>
        <p:spPr>
          <a:xfrm>
            <a:off x="274950" y="284775"/>
            <a:ext cx="2096400" cy="704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</p:txBody>
      </p:sp>
      <p:sp>
        <p:nvSpPr>
          <p:cNvPr id="117" name="Google Shape;117;p12"/>
          <p:cNvSpPr txBox="1"/>
          <p:nvPr>
            <p:ph type="title"/>
          </p:nvPr>
        </p:nvSpPr>
        <p:spPr>
          <a:xfrm>
            <a:off x="254710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118" name="Google Shape;118;p12"/>
          <p:cNvSpPr txBox="1"/>
          <p:nvPr>
            <p:ph idx="3" type="subTitle"/>
          </p:nvPr>
        </p:nvSpPr>
        <p:spPr>
          <a:xfrm>
            <a:off x="274950" y="284775"/>
            <a:ext cx="2096400" cy="7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b="1"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 Page 2">
  <p:cSld name="CUSTOM_8">
    <p:bg>
      <p:bgPr>
        <a:solidFill>
          <a:schemeClr val="lt2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3"/>
          <p:cNvSpPr/>
          <p:nvPr>
            <p:ph idx="2" type="pic"/>
          </p:nvPr>
        </p:nvSpPr>
        <p:spPr>
          <a:xfrm>
            <a:off x="6777400" y="1159275"/>
            <a:ext cx="2096400" cy="3705000"/>
          </a:xfrm>
          <a:prstGeom prst="roundRect">
            <a:avLst>
              <a:gd fmla="val 11005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13"/>
          <p:cNvSpPr/>
          <p:nvPr/>
        </p:nvSpPr>
        <p:spPr>
          <a:xfrm>
            <a:off x="274950" y="1164975"/>
            <a:ext cx="6326700" cy="36936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122" name="Google Shape;122;p13"/>
          <p:cNvSpPr txBox="1"/>
          <p:nvPr>
            <p:ph idx="1" type="body"/>
          </p:nvPr>
        </p:nvSpPr>
        <p:spPr>
          <a:xfrm>
            <a:off x="545275" y="1321275"/>
            <a:ext cx="5795400" cy="33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23" name="Google Shape;123;p13"/>
          <p:cNvSpPr/>
          <p:nvPr/>
        </p:nvSpPr>
        <p:spPr>
          <a:xfrm>
            <a:off x="274950" y="284775"/>
            <a:ext cx="6326700" cy="7044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124" name="Google Shape;124;p13"/>
          <p:cNvSpPr/>
          <p:nvPr/>
        </p:nvSpPr>
        <p:spPr>
          <a:xfrm>
            <a:off x="6777400" y="284775"/>
            <a:ext cx="2096400" cy="7044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</p:txBody>
      </p:sp>
      <p:sp>
        <p:nvSpPr>
          <p:cNvPr id="125" name="Google Shape;125;p13"/>
          <p:cNvSpPr txBox="1"/>
          <p:nvPr>
            <p:ph type="title"/>
          </p:nvPr>
        </p:nvSpPr>
        <p:spPr>
          <a:xfrm>
            <a:off x="27495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126" name="Google Shape;126;p13"/>
          <p:cNvSpPr txBox="1"/>
          <p:nvPr>
            <p:ph idx="3" type="subTitle"/>
          </p:nvPr>
        </p:nvSpPr>
        <p:spPr>
          <a:xfrm>
            <a:off x="6777400" y="284775"/>
            <a:ext cx="2096400" cy="7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b="1"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 Page 3">
  <p:cSld name="CUSTOM_9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4"/>
          <p:cNvSpPr/>
          <p:nvPr>
            <p:ph idx="2" type="pic"/>
          </p:nvPr>
        </p:nvSpPr>
        <p:spPr>
          <a:xfrm>
            <a:off x="274950" y="284775"/>
            <a:ext cx="2096400" cy="3705000"/>
          </a:xfrm>
          <a:prstGeom prst="roundRect">
            <a:avLst>
              <a:gd fmla="val 11005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14"/>
          <p:cNvSpPr/>
          <p:nvPr/>
        </p:nvSpPr>
        <p:spPr>
          <a:xfrm>
            <a:off x="2547100" y="1164975"/>
            <a:ext cx="6326700" cy="3693600"/>
          </a:xfrm>
          <a:prstGeom prst="roundRect">
            <a:avLst>
              <a:gd fmla="val 5734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130" name="Google Shape;130;p14"/>
          <p:cNvSpPr txBox="1"/>
          <p:nvPr>
            <p:ph idx="1" type="body"/>
          </p:nvPr>
        </p:nvSpPr>
        <p:spPr>
          <a:xfrm>
            <a:off x="2819407" y="1323219"/>
            <a:ext cx="5795400" cy="33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31" name="Google Shape;131;p14"/>
          <p:cNvSpPr/>
          <p:nvPr/>
        </p:nvSpPr>
        <p:spPr>
          <a:xfrm>
            <a:off x="2547100" y="284775"/>
            <a:ext cx="6326700" cy="704400"/>
          </a:xfrm>
          <a:prstGeom prst="roundRect">
            <a:avLst>
              <a:gd fmla="val 25275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132" name="Google Shape;132;p14"/>
          <p:cNvSpPr/>
          <p:nvPr/>
        </p:nvSpPr>
        <p:spPr>
          <a:xfrm>
            <a:off x="274950" y="4154175"/>
            <a:ext cx="2096400" cy="7044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</p:txBody>
      </p:sp>
      <p:sp>
        <p:nvSpPr>
          <p:cNvPr id="133" name="Google Shape;133;p14"/>
          <p:cNvSpPr txBox="1"/>
          <p:nvPr>
            <p:ph type="title"/>
          </p:nvPr>
        </p:nvSpPr>
        <p:spPr>
          <a:xfrm>
            <a:off x="254710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134" name="Google Shape;134;p14"/>
          <p:cNvSpPr txBox="1"/>
          <p:nvPr>
            <p:ph idx="3" type="subTitle"/>
          </p:nvPr>
        </p:nvSpPr>
        <p:spPr>
          <a:xfrm>
            <a:off x="274950" y="4154175"/>
            <a:ext cx="2096400" cy="7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b="1"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 Page 4">
  <p:cSld name="CUSTOM_10">
    <p:bg>
      <p:bgPr>
        <a:solidFill>
          <a:schemeClr val="accent2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5"/>
          <p:cNvSpPr/>
          <p:nvPr/>
        </p:nvSpPr>
        <p:spPr>
          <a:xfrm>
            <a:off x="274950" y="1164975"/>
            <a:ext cx="6326700" cy="3693600"/>
          </a:xfrm>
          <a:prstGeom prst="roundRect">
            <a:avLst>
              <a:gd fmla="val 5734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137" name="Google Shape;137;p15"/>
          <p:cNvSpPr txBox="1"/>
          <p:nvPr>
            <p:ph idx="1" type="body"/>
          </p:nvPr>
        </p:nvSpPr>
        <p:spPr>
          <a:xfrm>
            <a:off x="559275" y="1335950"/>
            <a:ext cx="5760300" cy="318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38" name="Google Shape;138;p15"/>
          <p:cNvSpPr/>
          <p:nvPr>
            <p:ph idx="2" type="pic"/>
          </p:nvPr>
        </p:nvSpPr>
        <p:spPr>
          <a:xfrm>
            <a:off x="6777400" y="284775"/>
            <a:ext cx="2096400" cy="3705000"/>
          </a:xfrm>
          <a:prstGeom prst="roundRect">
            <a:avLst>
              <a:gd fmla="val 11005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15"/>
          <p:cNvSpPr/>
          <p:nvPr/>
        </p:nvSpPr>
        <p:spPr>
          <a:xfrm>
            <a:off x="274950" y="284775"/>
            <a:ext cx="6326700" cy="704400"/>
          </a:xfrm>
          <a:prstGeom prst="roundRect">
            <a:avLst>
              <a:gd fmla="val 25275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140" name="Google Shape;140;p15"/>
          <p:cNvSpPr/>
          <p:nvPr/>
        </p:nvSpPr>
        <p:spPr>
          <a:xfrm>
            <a:off x="6777400" y="4154175"/>
            <a:ext cx="2096400" cy="7044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</p:txBody>
      </p:sp>
      <p:sp>
        <p:nvSpPr>
          <p:cNvPr id="141" name="Google Shape;141;p15"/>
          <p:cNvSpPr txBox="1"/>
          <p:nvPr>
            <p:ph type="title"/>
          </p:nvPr>
        </p:nvSpPr>
        <p:spPr>
          <a:xfrm>
            <a:off x="27495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142" name="Google Shape;142;p15"/>
          <p:cNvSpPr txBox="1"/>
          <p:nvPr>
            <p:ph idx="3" type="subTitle"/>
          </p:nvPr>
        </p:nvSpPr>
        <p:spPr>
          <a:xfrm>
            <a:off x="6777400" y="4154175"/>
            <a:ext cx="2096400" cy="7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b="1"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11">
    <p:bg>
      <p:bgPr>
        <a:solidFill>
          <a:schemeClr val="dk2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/>
          <p:nvPr/>
        </p:nvSpPr>
        <p:spPr>
          <a:xfrm>
            <a:off x="4672650" y="1348125"/>
            <a:ext cx="4201200" cy="3510600"/>
          </a:xfrm>
          <a:prstGeom prst="roundRect">
            <a:avLst>
              <a:gd fmla="val 5734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145" name="Google Shape;145;p16"/>
          <p:cNvSpPr txBox="1"/>
          <p:nvPr>
            <p:ph idx="1" type="body"/>
          </p:nvPr>
        </p:nvSpPr>
        <p:spPr>
          <a:xfrm>
            <a:off x="4901050" y="1503725"/>
            <a:ext cx="3768000" cy="30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46" name="Google Shape;146;p16"/>
          <p:cNvSpPr/>
          <p:nvPr/>
        </p:nvSpPr>
        <p:spPr>
          <a:xfrm>
            <a:off x="274950" y="1348125"/>
            <a:ext cx="4201200" cy="35106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147" name="Google Shape;147;p16"/>
          <p:cNvSpPr txBox="1"/>
          <p:nvPr>
            <p:ph idx="2" type="body"/>
          </p:nvPr>
        </p:nvSpPr>
        <p:spPr>
          <a:xfrm>
            <a:off x="503350" y="1503725"/>
            <a:ext cx="3768000" cy="30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48" name="Google Shape;148;p16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149" name="Google Shape;149;p16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udent Page 6">
  <p:cSld name="CUSTOM_12">
    <p:bg>
      <p:bgPr>
        <a:solidFill>
          <a:schemeClr val="lt2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7"/>
          <p:cNvSpPr/>
          <p:nvPr/>
        </p:nvSpPr>
        <p:spPr>
          <a:xfrm>
            <a:off x="4672650" y="1348125"/>
            <a:ext cx="4201200" cy="3510600"/>
          </a:xfrm>
          <a:prstGeom prst="roundRect">
            <a:avLst>
              <a:gd fmla="val 5734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152" name="Google Shape;152;p17"/>
          <p:cNvSpPr txBox="1"/>
          <p:nvPr>
            <p:ph idx="1" type="body"/>
          </p:nvPr>
        </p:nvSpPr>
        <p:spPr>
          <a:xfrm>
            <a:off x="4889250" y="1503725"/>
            <a:ext cx="3768000" cy="30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53" name="Google Shape;153;p17"/>
          <p:cNvSpPr/>
          <p:nvPr>
            <p:ph idx="2" type="pic"/>
          </p:nvPr>
        </p:nvSpPr>
        <p:spPr>
          <a:xfrm>
            <a:off x="274950" y="1352225"/>
            <a:ext cx="4201200" cy="35106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17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155" name="Google Shape;155;p17"/>
          <p:cNvSpPr/>
          <p:nvPr/>
        </p:nvSpPr>
        <p:spPr>
          <a:xfrm>
            <a:off x="7318600" y="109825"/>
            <a:ext cx="1705500" cy="3957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097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156" name="Google Shape;156;p17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157" name="Google Shape;157;p17"/>
          <p:cNvSpPr txBox="1"/>
          <p:nvPr>
            <p:ph idx="3" type="subTitle"/>
          </p:nvPr>
        </p:nvSpPr>
        <p:spPr>
          <a:xfrm>
            <a:off x="7318600" y="109825"/>
            <a:ext cx="1705500" cy="39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Font typeface="Della Respira"/>
              <a:buNone/>
              <a:defRPr b="1" sz="11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mmary Slide">
  <p:cSld name="CUSTOM_13">
    <p:bg>
      <p:bgPr>
        <a:solidFill>
          <a:schemeClr val="dk2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8"/>
          <p:cNvSpPr/>
          <p:nvPr>
            <p:ph idx="2" type="pic"/>
          </p:nvPr>
        </p:nvSpPr>
        <p:spPr>
          <a:xfrm>
            <a:off x="6777400" y="1352225"/>
            <a:ext cx="2096400" cy="3510600"/>
          </a:xfrm>
          <a:prstGeom prst="roundRect">
            <a:avLst>
              <a:gd fmla="val 9180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18"/>
          <p:cNvSpPr/>
          <p:nvPr/>
        </p:nvSpPr>
        <p:spPr>
          <a:xfrm>
            <a:off x="274950" y="1348125"/>
            <a:ext cx="6285900" cy="3510600"/>
          </a:xfrm>
          <a:prstGeom prst="roundRect">
            <a:avLst>
              <a:gd fmla="val 5734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161" name="Google Shape;161;p18"/>
          <p:cNvSpPr txBox="1"/>
          <p:nvPr>
            <p:ph idx="1" type="body"/>
          </p:nvPr>
        </p:nvSpPr>
        <p:spPr>
          <a:xfrm>
            <a:off x="494800" y="1503725"/>
            <a:ext cx="5837700" cy="30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62" name="Google Shape;162;p18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8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mmary Slide 2">
  <p:cSld name="CUSTOM_14">
    <p:bg>
      <p:bgPr>
        <a:solidFill>
          <a:schemeClr val="lt2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9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9"/>
          <p:cNvSpPr/>
          <p:nvPr/>
        </p:nvSpPr>
        <p:spPr>
          <a:xfrm>
            <a:off x="1134750" y="4315525"/>
            <a:ext cx="5434200" cy="5433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6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274950" y="1348075"/>
            <a:ext cx="669300" cy="543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3715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00"/>
          </a:p>
        </p:txBody>
      </p:sp>
      <p:sp>
        <p:nvSpPr>
          <p:cNvPr id="168" name="Google Shape;168;p19"/>
          <p:cNvSpPr/>
          <p:nvPr/>
        </p:nvSpPr>
        <p:spPr>
          <a:xfrm>
            <a:off x="274950" y="2837025"/>
            <a:ext cx="669300" cy="543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3715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169" name="Google Shape;169;p19"/>
          <p:cNvSpPr/>
          <p:nvPr/>
        </p:nvSpPr>
        <p:spPr>
          <a:xfrm>
            <a:off x="274950" y="4310325"/>
            <a:ext cx="669300" cy="5433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3715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  <p:sp>
        <p:nvSpPr>
          <p:cNvPr id="170" name="Google Shape;170;p19"/>
          <p:cNvSpPr/>
          <p:nvPr/>
        </p:nvSpPr>
        <p:spPr>
          <a:xfrm>
            <a:off x="1134750" y="1338000"/>
            <a:ext cx="5434200" cy="1300200"/>
          </a:xfrm>
          <a:prstGeom prst="roundRect">
            <a:avLst>
              <a:gd fmla="val 16928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1134750" y="2826762"/>
            <a:ext cx="5434200" cy="1300200"/>
          </a:xfrm>
          <a:prstGeom prst="roundRect">
            <a:avLst>
              <a:gd fmla="val 16928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82875" spcFirstLastPara="1" rIns="18287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172" name="Google Shape;172;p19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173" name="Google Shape;173;p19"/>
          <p:cNvSpPr txBox="1"/>
          <p:nvPr>
            <p:ph idx="1" type="subTitle"/>
          </p:nvPr>
        </p:nvSpPr>
        <p:spPr>
          <a:xfrm flipH="1">
            <a:off x="-172350" y="1348072"/>
            <a:ext cx="15639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174" name="Google Shape;174;p19"/>
          <p:cNvSpPr txBox="1"/>
          <p:nvPr>
            <p:ph idx="2" type="subTitle"/>
          </p:nvPr>
        </p:nvSpPr>
        <p:spPr>
          <a:xfrm flipH="1">
            <a:off x="-172350" y="2829197"/>
            <a:ext cx="15639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175" name="Google Shape;175;p19"/>
          <p:cNvSpPr txBox="1"/>
          <p:nvPr>
            <p:ph idx="3" type="subTitle"/>
          </p:nvPr>
        </p:nvSpPr>
        <p:spPr>
          <a:xfrm flipH="1">
            <a:off x="-172350" y="4315497"/>
            <a:ext cx="15639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Della Respira"/>
              <a:buNone/>
              <a:defRPr b="1" sz="28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176" name="Google Shape;176;p19"/>
          <p:cNvSpPr txBox="1"/>
          <p:nvPr>
            <p:ph idx="4" type="body"/>
          </p:nvPr>
        </p:nvSpPr>
        <p:spPr>
          <a:xfrm>
            <a:off x="1134750" y="1348075"/>
            <a:ext cx="5434200" cy="13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77" name="Google Shape;177;p19"/>
          <p:cNvSpPr txBox="1"/>
          <p:nvPr>
            <p:ph idx="5" type="body"/>
          </p:nvPr>
        </p:nvSpPr>
        <p:spPr>
          <a:xfrm>
            <a:off x="1134750" y="2831788"/>
            <a:ext cx="5434200" cy="13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78" name="Google Shape;178;p19"/>
          <p:cNvSpPr txBox="1"/>
          <p:nvPr>
            <p:ph idx="6" type="body"/>
          </p:nvPr>
        </p:nvSpPr>
        <p:spPr>
          <a:xfrm>
            <a:off x="1134750" y="4310313"/>
            <a:ext cx="5434200" cy="5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79" name="Google Shape;179;p19"/>
          <p:cNvSpPr/>
          <p:nvPr>
            <p:ph idx="7" type="pic"/>
          </p:nvPr>
        </p:nvSpPr>
        <p:spPr>
          <a:xfrm>
            <a:off x="6777400" y="1352225"/>
            <a:ext cx="2096400" cy="3510600"/>
          </a:xfrm>
          <a:prstGeom prst="roundRect">
            <a:avLst>
              <a:gd fmla="val 9180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Cover">
  <p:cSld name="CUSTOM_15">
    <p:bg>
      <p:bgPr>
        <a:solidFill>
          <a:schemeClr val="dk2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/>
          <p:cNvSpPr/>
          <p:nvPr>
            <p:ph idx="2" type="pic"/>
          </p:nvPr>
        </p:nvSpPr>
        <p:spPr>
          <a:xfrm>
            <a:off x="274950" y="284975"/>
            <a:ext cx="8598900" cy="1623300"/>
          </a:xfrm>
          <a:prstGeom prst="roundRect">
            <a:avLst>
              <a:gd fmla="val 14452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20"/>
          <p:cNvSpPr/>
          <p:nvPr>
            <p:ph idx="3" type="pic"/>
          </p:nvPr>
        </p:nvSpPr>
        <p:spPr>
          <a:xfrm>
            <a:off x="274950" y="3235225"/>
            <a:ext cx="8598900" cy="1623300"/>
          </a:xfrm>
          <a:prstGeom prst="roundRect">
            <a:avLst>
              <a:gd fmla="val 14452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20"/>
          <p:cNvSpPr/>
          <p:nvPr/>
        </p:nvSpPr>
        <p:spPr>
          <a:xfrm>
            <a:off x="274950" y="2144550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0"/>
          <p:cNvSpPr txBox="1"/>
          <p:nvPr>
            <p:ph type="title"/>
          </p:nvPr>
        </p:nvSpPr>
        <p:spPr>
          <a:xfrm>
            <a:off x="272650" y="2189271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Cover with Names">
  <p:cSld name="CUSTOM_15_1">
    <p:bg>
      <p:bgPr>
        <a:solidFill>
          <a:schemeClr val="lt2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1"/>
          <p:cNvSpPr/>
          <p:nvPr>
            <p:ph idx="2" type="pic"/>
          </p:nvPr>
        </p:nvSpPr>
        <p:spPr>
          <a:xfrm>
            <a:off x="274950" y="3235225"/>
            <a:ext cx="4191900" cy="1623300"/>
          </a:xfrm>
          <a:prstGeom prst="roundRect">
            <a:avLst>
              <a:gd fmla="val 14452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21"/>
          <p:cNvSpPr/>
          <p:nvPr/>
        </p:nvSpPr>
        <p:spPr>
          <a:xfrm>
            <a:off x="274950" y="2144550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1"/>
          <p:cNvSpPr/>
          <p:nvPr/>
        </p:nvSpPr>
        <p:spPr>
          <a:xfrm>
            <a:off x="4681900" y="3235222"/>
            <a:ext cx="4191900" cy="1623300"/>
          </a:xfrm>
          <a:prstGeom prst="roundRect">
            <a:avLst>
              <a:gd fmla="val 16928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Della Respira"/>
              <a:ea typeface="Della Respira"/>
              <a:cs typeface="Della Respira"/>
              <a:sym typeface="Della Respira"/>
            </a:endParaRPr>
          </a:p>
        </p:txBody>
      </p:sp>
      <p:sp>
        <p:nvSpPr>
          <p:cNvPr id="189" name="Google Shape;189;p21"/>
          <p:cNvSpPr txBox="1"/>
          <p:nvPr>
            <p:ph type="title"/>
          </p:nvPr>
        </p:nvSpPr>
        <p:spPr>
          <a:xfrm>
            <a:off x="272650" y="2189271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190" name="Google Shape;190;p21"/>
          <p:cNvSpPr txBox="1"/>
          <p:nvPr>
            <p:ph idx="1" type="subTitle"/>
          </p:nvPr>
        </p:nvSpPr>
        <p:spPr>
          <a:xfrm>
            <a:off x="4681900" y="3235225"/>
            <a:ext cx="4191900" cy="162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Della Respira"/>
              <a:buNone/>
              <a:defRPr sz="14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21"/>
          <p:cNvSpPr/>
          <p:nvPr>
            <p:ph idx="3" type="pic"/>
          </p:nvPr>
        </p:nvSpPr>
        <p:spPr>
          <a:xfrm>
            <a:off x="274950" y="284975"/>
            <a:ext cx="8598900" cy="1623300"/>
          </a:xfrm>
          <a:prstGeom prst="roundRect">
            <a:avLst>
              <a:gd fmla="val 14452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2">
    <p:bg>
      <p:bgPr>
        <a:solidFill>
          <a:schemeClr val="accent3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">
  <p:cSld name="CUSTOM_17">
    <p:bg>
      <p:bgPr>
        <a:solidFill>
          <a:schemeClr val="lt2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/>
          <p:nvPr/>
        </p:nvSpPr>
        <p:spPr>
          <a:xfrm>
            <a:off x="274950" y="1503221"/>
            <a:ext cx="8598900" cy="16212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3"/>
          <p:cNvSpPr/>
          <p:nvPr/>
        </p:nvSpPr>
        <p:spPr>
          <a:xfrm>
            <a:off x="274950" y="3275914"/>
            <a:ext cx="8598900" cy="357000"/>
          </a:xfrm>
          <a:prstGeom prst="roundRect">
            <a:avLst>
              <a:gd fmla="val 34148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Della Respira"/>
              <a:ea typeface="Della Respira"/>
              <a:cs typeface="Della Respira"/>
              <a:sym typeface="Della Respira"/>
            </a:endParaRPr>
          </a:p>
        </p:txBody>
      </p:sp>
      <p:sp>
        <p:nvSpPr>
          <p:cNvPr id="196" name="Google Shape;196;p23"/>
          <p:cNvSpPr txBox="1"/>
          <p:nvPr>
            <p:ph type="title"/>
          </p:nvPr>
        </p:nvSpPr>
        <p:spPr>
          <a:xfrm>
            <a:off x="274725" y="1531200"/>
            <a:ext cx="8598900" cy="159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197" name="Google Shape;197;p23"/>
          <p:cNvSpPr txBox="1"/>
          <p:nvPr>
            <p:ph idx="1" type="subTitle"/>
          </p:nvPr>
        </p:nvSpPr>
        <p:spPr>
          <a:xfrm>
            <a:off x="279625" y="3283263"/>
            <a:ext cx="85989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17_1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4"/>
          <p:cNvSpPr/>
          <p:nvPr/>
        </p:nvSpPr>
        <p:spPr>
          <a:xfrm>
            <a:off x="274950" y="1503221"/>
            <a:ext cx="8598900" cy="1621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4"/>
          <p:cNvSpPr txBox="1"/>
          <p:nvPr>
            <p:ph type="title"/>
          </p:nvPr>
        </p:nvSpPr>
        <p:spPr>
          <a:xfrm>
            <a:off x="339150" y="1531200"/>
            <a:ext cx="8470500" cy="159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CUSTOM_18">
    <p:bg>
      <p:bgPr>
        <a:solidFill>
          <a:schemeClr val="lt2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5"/>
          <p:cNvSpPr/>
          <p:nvPr/>
        </p:nvSpPr>
        <p:spPr>
          <a:xfrm>
            <a:off x="274950" y="1164975"/>
            <a:ext cx="6326700" cy="36936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03" name="Google Shape;203;p25"/>
          <p:cNvSpPr txBox="1"/>
          <p:nvPr>
            <p:ph idx="1" type="body"/>
          </p:nvPr>
        </p:nvSpPr>
        <p:spPr>
          <a:xfrm>
            <a:off x="545275" y="1321275"/>
            <a:ext cx="5795400" cy="33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04" name="Google Shape;204;p25"/>
          <p:cNvSpPr/>
          <p:nvPr/>
        </p:nvSpPr>
        <p:spPr>
          <a:xfrm>
            <a:off x="274950" y="284775"/>
            <a:ext cx="6326700" cy="7044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205" name="Google Shape;205;p25"/>
          <p:cNvSpPr txBox="1"/>
          <p:nvPr>
            <p:ph type="title"/>
          </p:nvPr>
        </p:nvSpPr>
        <p:spPr>
          <a:xfrm>
            <a:off x="27495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_20">
    <p:bg>
      <p:bgPr>
        <a:solidFill>
          <a:schemeClr val="dk2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6"/>
          <p:cNvSpPr/>
          <p:nvPr/>
        </p:nvSpPr>
        <p:spPr>
          <a:xfrm>
            <a:off x="274950" y="1503221"/>
            <a:ext cx="8598900" cy="16212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6"/>
          <p:cNvSpPr txBox="1"/>
          <p:nvPr>
            <p:ph type="title"/>
          </p:nvPr>
        </p:nvSpPr>
        <p:spPr>
          <a:xfrm>
            <a:off x="339150" y="1531200"/>
            <a:ext cx="8470500" cy="159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CUSTOM_21">
    <p:bg>
      <p:bgPr>
        <a:solidFill>
          <a:schemeClr val="lt2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7"/>
          <p:cNvSpPr/>
          <p:nvPr/>
        </p:nvSpPr>
        <p:spPr>
          <a:xfrm>
            <a:off x="274950" y="1580175"/>
            <a:ext cx="6326700" cy="32784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11" name="Google Shape;211;p27"/>
          <p:cNvSpPr txBox="1"/>
          <p:nvPr>
            <p:ph idx="1" type="body"/>
          </p:nvPr>
        </p:nvSpPr>
        <p:spPr>
          <a:xfrm>
            <a:off x="545275" y="1703050"/>
            <a:ext cx="5795400" cy="292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12" name="Google Shape;212;p27"/>
          <p:cNvSpPr/>
          <p:nvPr/>
        </p:nvSpPr>
        <p:spPr>
          <a:xfrm>
            <a:off x="274950" y="284775"/>
            <a:ext cx="6326700" cy="7044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213" name="Google Shape;213;p27"/>
          <p:cNvSpPr txBox="1"/>
          <p:nvPr>
            <p:ph type="title"/>
          </p:nvPr>
        </p:nvSpPr>
        <p:spPr>
          <a:xfrm>
            <a:off x="27495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214" name="Google Shape;214;p27"/>
          <p:cNvSpPr/>
          <p:nvPr/>
        </p:nvSpPr>
        <p:spPr>
          <a:xfrm>
            <a:off x="274950" y="1102500"/>
            <a:ext cx="6326700" cy="357000"/>
          </a:xfrm>
          <a:prstGeom prst="roundRect">
            <a:avLst>
              <a:gd fmla="val 34148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Della Respira"/>
              <a:ea typeface="Della Respira"/>
              <a:cs typeface="Della Respira"/>
              <a:sym typeface="Della Respira"/>
            </a:endParaRPr>
          </a:p>
        </p:txBody>
      </p:sp>
      <p:sp>
        <p:nvSpPr>
          <p:cNvPr id="215" name="Google Shape;215;p27"/>
          <p:cNvSpPr txBox="1"/>
          <p:nvPr>
            <p:ph idx="2" type="subTitle"/>
          </p:nvPr>
        </p:nvSpPr>
        <p:spPr>
          <a:xfrm>
            <a:off x="327025" y="1109850"/>
            <a:ext cx="62319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CUSTOM_22">
    <p:bg>
      <p:bgPr>
        <a:solidFill>
          <a:schemeClr val="lt2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8"/>
          <p:cNvSpPr/>
          <p:nvPr/>
        </p:nvSpPr>
        <p:spPr>
          <a:xfrm>
            <a:off x="274950" y="1503221"/>
            <a:ext cx="8598900" cy="16212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8"/>
          <p:cNvSpPr txBox="1"/>
          <p:nvPr>
            <p:ph type="title"/>
          </p:nvPr>
        </p:nvSpPr>
        <p:spPr>
          <a:xfrm>
            <a:off x="339150" y="1531200"/>
            <a:ext cx="8470500" cy="159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CUSTOM_23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9"/>
          <p:cNvSpPr/>
          <p:nvPr/>
        </p:nvSpPr>
        <p:spPr>
          <a:xfrm>
            <a:off x="273650" y="18291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221" name="Google Shape;221;p29"/>
          <p:cNvSpPr txBox="1"/>
          <p:nvPr>
            <p:ph type="title"/>
          </p:nvPr>
        </p:nvSpPr>
        <p:spPr>
          <a:xfrm>
            <a:off x="271350" y="18715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222" name="Google Shape;222;p29"/>
          <p:cNvSpPr/>
          <p:nvPr/>
        </p:nvSpPr>
        <p:spPr>
          <a:xfrm>
            <a:off x="273756" y="2887125"/>
            <a:ext cx="85989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23" name="Google Shape;223;p29"/>
          <p:cNvSpPr txBox="1"/>
          <p:nvPr>
            <p:ph idx="1" type="subTitle"/>
          </p:nvPr>
        </p:nvSpPr>
        <p:spPr>
          <a:xfrm>
            <a:off x="273650" y="2917550"/>
            <a:ext cx="85989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USTOM_24">
    <p:bg>
      <p:bgPr>
        <a:solidFill>
          <a:schemeClr val="dk2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0"/>
          <p:cNvSpPr txBox="1"/>
          <p:nvPr>
            <p:ph idx="1" type="body"/>
          </p:nvPr>
        </p:nvSpPr>
        <p:spPr>
          <a:xfrm>
            <a:off x="545275" y="1321275"/>
            <a:ext cx="5795400" cy="33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CUSTOM_25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/>
          <p:nvPr>
            <p:ph idx="1" type="body"/>
          </p:nvPr>
        </p:nvSpPr>
        <p:spPr>
          <a:xfrm>
            <a:off x="545275" y="1321275"/>
            <a:ext cx="5795400" cy="33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28" name="Google Shape;228;p31"/>
          <p:cNvSpPr/>
          <p:nvPr/>
        </p:nvSpPr>
        <p:spPr>
          <a:xfrm>
            <a:off x="274950" y="284775"/>
            <a:ext cx="6326700" cy="7044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55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229" name="Google Shape;229;p31"/>
          <p:cNvSpPr txBox="1"/>
          <p:nvPr>
            <p:ph type="title"/>
          </p:nvPr>
        </p:nvSpPr>
        <p:spPr>
          <a:xfrm>
            <a:off x="27495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26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2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32"/>
          <p:cNvSpPr/>
          <p:nvPr/>
        </p:nvSpPr>
        <p:spPr>
          <a:xfrm>
            <a:off x="272650" y="1348125"/>
            <a:ext cx="8601300" cy="5097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233" name="Google Shape;233;p32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Della Respira"/>
              <a:buNone/>
              <a:defRPr sz="4200"/>
            </a:lvl9pPr>
          </a:lstStyle>
          <a:p/>
        </p:txBody>
      </p:sp>
      <p:sp>
        <p:nvSpPr>
          <p:cNvPr id="234" name="Google Shape;234;p32"/>
          <p:cNvSpPr txBox="1"/>
          <p:nvPr>
            <p:ph idx="1" type="subTitle"/>
          </p:nvPr>
        </p:nvSpPr>
        <p:spPr>
          <a:xfrm>
            <a:off x="272650" y="1375155"/>
            <a:ext cx="8601300" cy="47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235" name="Google Shape;235;p32"/>
          <p:cNvSpPr/>
          <p:nvPr/>
        </p:nvSpPr>
        <p:spPr>
          <a:xfrm>
            <a:off x="272650" y="1964965"/>
            <a:ext cx="8601300" cy="5097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236" name="Google Shape;236;p32"/>
          <p:cNvSpPr txBox="1"/>
          <p:nvPr>
            <p:ph idx="2" type="subTitle"/>
          </p:nvPr>
        </p:nvSpPr>
        <p:spPr>
          <a:xfrm>
            <a:off x="272650" y="1991995"/>
            <a:ext cx="8601300" cy="47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237" name="Google Shape;237;p32"/>
          <p:cNvSpPr/>
          <p:nvPr/>
        </p:nvSpPr>
        <p:spPr>
          <a:xfrm>
            <a:off x="272650" y="2581805"/>
            <a:ext cx="8601300" cy="5097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238" name="Google Shape;238;p32"/>
          <p:cNvSpPr txBox="1"/>
          <p:nvPr>
            <p:ph idx="3" type="subTitle"/>
          </p:nvPr>
        </p:nvSpPr>
        <p:spPr>
          <a:xfrm>
            <a:off x="272650" y="2608834"/>
            <a:ext cx="8601300" cy="47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239" name="Google Shape;239;p32"/>
          <p:cNvSpPr/>
          <p:nvPr/>
        </p:nvSpPr>
        <p:spPr>
          <a:xfrm>
            <a:off x="272650" y="3198644"/>
            <a:ext cx="8601300" cy="5097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240" name="Google Shape;240;p32"/>
          <p:cNvSpPr txBox="1"/>
          <p:nvPr>
            <p:ph idx="4" type="subTitle"/>
          </p:nvPr>
        </p:nvSpPr>
        <p:spPr>
          <a:xfrm>
            <a:off x="272650" y="3225674"/>
            <a:ext cx="8601300" cy="47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241" name="Google Shape;241;p32"/>
          <p:cNvSpPr/>
          <p:nvPr/>
        </p:nvSpPr>
        <p:spPr>
          <a:xfrm>
            <a:off x="272650" y="3815484"/>
            <a:ext cx="8601300" cy="5097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242" name="Google Shape;242;p32"/>
          <p:cNvSpPr txBox="1"/>
          <p:nvPr>
            <p:ph idx="5" type="subTitle"/>
          </p:nvPr>
        </p:nvSpPr>
        <p:spPr>
          <a:xfrm>
            <a:off x="272650" y="3842514"/>
            <a:ext cx="8601300" cy="47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243" name="Google Shape;243;p32"/>
          <p:cNvSpPr/>
          <p:nvPr/>
        </p:nvSpPr>
        <p:spPr>
          <a:xfrm>
            <a:off x="272650" y="4432324"/>
            <a:ext cx="8601300" cy="509700"/>
          </a:xfrm>
          <a:prstGeom prst="roundRect">
            <a:avLst>
              <a:gd fmla="val 32052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244" name="Google Shape;244;p32"/>
          <p:cNvSpPr txBox="1"/>
          <p:nvPr>
            <p:ph idx="6" type="subTitle"/>
          </p:nvPr>
        </p:nvSpPr>
        <p:spPr>
          <a:xfrm>
            <a:off x="272650" y="4459354"/>
            <a:ext cx="8601300" cy="47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Della Respira"/>
              <a:buNone/>
              <a:defRPr sz="22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27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3"/>
          <p:cNvSpPr/>
          <p:nvPr/>
        </p:nvSpPr>
        <p:spPr>
          <a:xfrm>
            <a:off x="4672650" y="1348125"/>
            <a:ext cx="4201200" cy="3510600"/>
          </a:xfrm>
          <a:prstGeom prst="roundRect">
            <a:avLst>
              <a:gd fmla="val 5734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47" name="Google Shape;247;p33"/>
          <p:cNvSpPr txBox="1"/>
          <p:nvPr>
            <p:ph idx="1" type="body"/>
          </p:nvPr>
        </p:nvSpPr>
        <p:spPr>
          <a:xfrm>
            <a:off x="4889250" y="1503725"/>
            <a:ext cx="3768000" cy="30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48" name="Google Shape;248;p33"/>
          <p:cNvSpPr/>
          <p:nvPr>
            <p:ph idx="2" type="pic"/>
          </p:nvPr>
        </p:nvSpPr>
        <p:spPr>
          <a:xfrm>
            <a:off x="274950" y="1352225"/>
            <a:ext cx="4201200" cy="35106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33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250" name="Google Shape;250;p33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28">
    <p:bg>
      <p:bgPr>
        <a:solidFill>
          <a:schemeClr val="lt2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4"/>
          <p:cNvSpPr/>
          <p:nvPr/>
        </p:nvSpPr>
        <p:spPr>
          <a:xfrm>
            <a:off x="4672650" y="1945525"/>
            <a:ext cx="4201200" cy="29172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53" name="Google Shape;253;p34"/>
          <p:cNvSpPr txBox="1"/>
          <p:nvPr>
            <p:ph idx="1" type="body"/>
          </p:nvPr>
        </p:nvSpPr>
        <p:spPr>
          <a:xfrm>
            <a:off x="4901050" y="2141437"/>
            <a:ext cx="3768000" cy="23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54" name="Google Shape;254;p34"/>
          <p:cNvSpPr/>
          <p:nvPr/>
        </p:nvSpPr>
        <p:spPr>
          <a:xfrm>
            <a:off x="274950" y="1945525"/>
            <a:ext cx="4201200" cy="29172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55" name="Google Shape;255;p34"/>
          <p:cNvSpPr txBox="1"/>
          <p:nvPr>
            <p:ph idx="2" type="body"/>
          </p:nvPr>
        </p:nvSpPr>
        <p:spPr>
          <a:xfrm>
            <a:off x="503350" y="2141437"/>
            <a:ext cx="3768000" cy="23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56" name="Google Shape;256;p34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257" name="Google Shape;257;p34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258" name="Google Shape;258;p34"/>
          <p:cNvSpPr/>
          <p:nvPr/>
        </p:nvSpPr>
        <p:spPr>
          <a:xfrm>
            <a:off x="275100" y="1342725"/>
            <a:ext cx="42012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59" name="Google Shape;259;p34"/>
          <p:cNvSpPr txBox="1"/>
          <p:nvPr>
            <p:ph idx="3" type="subTitle"/>
          </p:nvPr>
        </p:nvSpPr>
        <p:spPr>
          <a:xfrm>
            <a:off x="274950" y="1373150"/>
            <a:ext cx="42012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260" name="Google Shape;260;p34"/>
          <p:cNvSpPr/>
          <p:nvPr/>
        </p:nvSpPr>
        <p:spPr>
          <a:xfrm>
            <a:off x="4672725" y="1342725"/>
            <a:ext cx="42012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61" name="Google Shape;261;p34"/>
          <p:cNvSpPr txBox="1"/>
          <p:nvPr>
            <p:ph idx="4" type="subTitle"/>
          </p:nvPr>
        </p:nvSpPr>
        <p:spPr>
          <a:xfrm>
            <a:off x="4672575" y="1373150"/>
            <a:ext cx="42012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9">
    <p:bg>
      <p:bgPr>
        <a:solidFill>
          <a:schemeClr val="lt2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5"/>
          <p:cNvSpPr/>
          <p:nvPr/>
        </p:nvSpPr>
        <p:spPr>
          <a:xfrm>
            <a:off x="274950" y="1945525"/>
            <a:ext cx="2721900" cy="29172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64" name="Google Shape;264;p35"/>
          <p:cNvSpPr txBox="1"/>
          <p:nvPr>
            <p:ph idx="1" type="body"/>
          </p:nvPr>
        </p:nvSpPr>
        <p:spPr>
          <a:xfrm>
            <a:off x="392094" y="2141437"/>
            <a:ext cx="2487600" cy="23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65" name="Google Shape;265;p35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266" name="Google Shape;266;p35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267" name="Google Shape;267;p35"/>
          <p:cNvSpPr/>
          <p:nvPr/>
        </p:nvSpPr>
        <p:spPr>
          <a:xfrm>
            <a:off x="275047" y="1342725"/>
            <a:ext cx="27219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68" name="Google Shape;268;p35"/>
          <p:cNvSpPr txBox="1"/>
          <p:nvPr>
            <p:ph idx="2" type="subTitle"/>
          </p:nvPr>
        </p:nvSpPr>
        <p:spPr>
          <a:xfrm>
            <a:off x="274950" y="1373150"/>
            <a:ext cx="27219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269" name="Google Shape;269;p35"/>
          <p:cNvSpPr/>
          <p:nvPr/>
        </p:nvSpPr>
        <p:spPr>
          <a:xfrm>
            <a:off x="3211000" y="1945525"/>
            <a:ext cx="2721900" cy="29172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70" name="Google Shape;270;p35"/>
          <p:cNvSpPr txBox="1"/>
          <p:nvPr>
            <p:ph idx="3" type="body"/>
          </p:nvPr>
        </p:nvSpPr>
        <p:spPr>
          <a:xfrm>
            <a:off x="3328144" y="2141437"/>
            <a:ext cx="2487600" cy="23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71" name="Google Shape;271;p35"/>
          <p:cNvSpPr/>
          <p:nvPr/>
        </p:nvSpPr>
        <p:spPr>
          <a:xfrm>
            <a:off x="3211097" y="1342725"/>
            <a:ext cx="27219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72" name="Google Shape;272;p35"/>
          <p:cNvSpPr txBox="1"/>
          <p:nvPr>
            <p:ph idx="4" type="subTitle"/>
          </p:nvPr>
        </p:nvSpPr>
        <p:spPr>
          <a:xfrm>
            <a:off x="3211000" y="1373150"/>
            <a:ext cx="27219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273" name="Google Shape;273;p35"/>
          <p:cNvSpPr/>
          <p:nvPr/>
        </p:nvSpPr>
        <p:spPr>
          <a:xfrm>
            <a:off x="6147150" y="1945525"/>
            <a:ext cx="2721900" cy="29172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74" name="Google Shape;274;p35"/>
          <p:cNvSpPr txBox="1"/>
          <p:nvPr>
            <p:ph idx="5" type="body"/>
          </p:nvPr>
        </p:nvSpPr>
        <p:spPr>
          <a:xfrm>
            <a:off x="6264294" y="2141437"/>
            <a:ext cx="2487600" cy="23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75" name="Google Shape;275;p35"/>
          <p:cNvSpPr/>
          <p:nvPr/>
        </p:nvSpPr>
        <p:spPr>
          <a:xfrm>
            <a:off x="6147247" y="1342725"/>
            <a:ext cx="27219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76" name="Google Shape;276;p35"/>
          <p:cNvSpPr txBox="1"/>
          <p:nvPr>
            <p:ph idx="6" type="subTitle"/>
          </p:nvPr>
        </p:nvSpPr>
        <p:spPr>
          <a:xfrm>
            <a:off x="6147150" y="1373150"/>
            <a:ext cx="27219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0">
    <p:bg>
      <p:bgPr>
        <a:solidFill>
          <a:schemeClr val="lt2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6"/>
          <p:cNvSpPr/>
          <p:nvPr/>
        </p:nvSpPr>
        <p:spPr>
          <a:xfrm>
            <a:off x="274950" y="1945525"/>
            <a:ext cx="2059500" cy="29172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79" name="Google Shape;279;p36"/>
          <p:cNvSpPr txBox="1"/>
          <p:nvPr>
            <p:ph idx="1" type="body"/>
          </p:nvPr>
        </p:nvSpPr>
        <p:spPr>
          <a:xfrm>
            <a:off x="363575" y="2098999"/>
            <a:ext cx="1881900" cy="26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80" name="Google Shape;280;p36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281" name="Google Shape;281;p36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282" name="Google Shape;282;p36"/>
          <p:cNvSpPr/>
          <p:nvPr/>
        </p:nvSpPr>
        <p:spPr>
          <a:xfrm>
            <a:off x="275024" y="1342725"/>
            <a:ext cx="20595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83" name="Google Shape;283;p36"/>
          <p:cNvSpPr txBox="1"/>
          <p:nvPr>
            <p:ph idx="2" type="subTitle"/>
          </p:nvPr>
        </p:nvSpPr>
        <p:spPr>
          <a:xfrm>
            <a:off x="274950" y="1373150"/>
            <a:ext cx="20595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284" name="Google Shape;284;p36"/>
          <p:cNvSpPr/>
          <p:nvPr/>
        </p:nvSpPr>
        <p:spPr>
          <a:xfrm>
            <a:off x="2454747" y="1945525"/>
            <a:ext cx="2059500" cy="29172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85" name="Google Shape;285;p36"/>
          <p:cNvSpPr txBox="1"/>
          <p:nvPr>
            <p:ph idx="3" type="body"/>
          </p:nvPr>
        </p:nvSpPr>
        <p:spPr>
          <a:xfrm>
            <a:off x="2543370" y="2098999"/>
            <a:ext cx="1881900" cy="26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86" name="Google Shape;286;p36"/>
          <p:cNvSpPr/>
          <p:nvPr/>
        </p:nvSpPr>
        <p:spPr>
          <a:xfrm>
            <a:off x="2454820" y="1342725"/>
            <a:ext cx="20595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87" name="Google Shape;287;p36"/>
          <p:cNvSpPr txBox="1"/>
          <p:nvPr>
            <p:ph idx="4" type="subTitle"/>
          </p:nvPr>
        </p:nvSpPr>
        <p:spPr>
          <a:xfrm>
            <a:off x="2454747" y="1373150"/>
            <a:ext cx="20595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288" name="Google Shape;288;p36"/>
          <p:cNvSpPr/>
          <p:nvPr/>
        </p:nvSpPr>
        <p:spPr>
          <a:xfrm>
            <a:off x="4634609" y="1945525"/>
            <a:ext cx="2059500" cy="29172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89" name="Google Shape;289;p36"/>
          <p:cNvSpPr txBox="1"/>
          <p:nvPr>
            <p:ph idx="5" type="body"/>
          </p:nvPr>
        </p:nvSpPr>
        <p:spPr>
          <a:xfrm>
            <a:off x="4723231" y="2098999"/>
            <a:ext cx="1881900" cy="26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90" name="Google Shape;290;p36"/>
          <p:cNvSpPr/>
          <p:nvPr/>
        </p:nvSpPr>
        <p:spPr>
          <a:xfrm>
            <a:off x="4634683" y="1342725"/>
            <a:ext cx="20595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91" name="Google Shape;291;p36"/>
          <p:cNvSpPr txBox="1"/>
          <p:nvPr>
            <p:ph idx="6" type="subTitle"/>
          </p:nvPr>
        </p:nvSpPr>
        <p:spPr>
          <a:xfrm>
            <a:off x="4634609" y="1373150"/>
            <a:ext cx="20595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292" name="Google Shape;292;p36"/>
          <p:cNvSpPr/>
          <p:nvPr/>
        </p:nvSpPr>
        <p:spPr>
          <a:xfrm>
            <a:off x="6814406" y="1945525"/>
            <a:ext cx="2059500" cy="29172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93" name="Google Shape;293;p36"/>
          <p:cNvSpPr txBox="1"/>
          <p:nvPr>
            <p:ph idx="7" type="body"/>
          </p:nvPr>
        </p:nvSpPr>
        <p:spPr>
          <a:xfrm>
            <a:off x="6903026" y="2098999"/>
            <a:ext cx="1881900" cy="26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94" name="Google Shape;294;p36"/>
          <p:cNvSpPr/>
          <p:nvPr/>
        </p:nvSpPr>
        <p:spPr>
          <a:xfrm>
            <a:off x="6814480" y="1342725"/>
            <a:ext cx="20595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295" name="Google Shape;295;p36"/>
          <p:cNvSpPr txBox="1"/>
          <p:nvPr>
            <p:ph idx="8" type="subTitle"/>
          </p:nvPr>
        </p:nvSpPr>
        <p:spPr>
          <a:xfrm>
            <a:off x="6814406" y="1373150"/>
            <a:ext cx="20595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Image">
  <p:cSld name="CUSTOM_31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7"/>
          <p:cNvSpPr/>
          <p:nvPr>
            <p:ph idx="2" type="pic"/>
          </p:nvPr>
        </p:nvSpPr>
        <p:spPr>
          <a:xfrm>
            <a:off x="274950" y="1352225"/>
            <a:ext cx="8598900" cy="35106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37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299" name="Google Shape;299;p37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32">
    <p:bg>
      <p:bgPr>
        <a:solidFill>
          <a:schemeClr val="dk2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8"/>
          <p:cNvSpPr/>
          <p:nvPr/>
        </p:nvSpPr>
        <p:spPr>
          <a:xfrm>
            <a:off x="4672650" y="3723950"/>
            <a:ext cx="4201200" cy="11289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02" name="Google Shape;302;p38"/>
          <p:cNvSpPr/>
          <p:nvPr/>
        </p:nvSpPr>
        <p:spPr>
          <a:xfrm>
            <a:off x="274950" y="3723950"/>
            <a:ext cx="4201200" cy="11289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03" name="Google Shape;303;p38"/>
          <p:cNvSpPr txBox="1"/>
          <p:nvPr>
            <p:ph idx="1" type="body"/>
          </p:nvPr>
        </p:nvSpPr>
        <p:spPr>
          <a:xfrm>
            <a:off x="392400" y="3829313"/>
            <a:ext cx="3987600" cy="9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04" name="Google Shape;304;p38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305" name="Google Shape;305;p38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306" name="Google Shape;306;p38"/>
          <p:cNvSpPr/>
          <p:nvPr/>
        </p:nvSpPr>
        <p:spPr>
          <a:xfrm>
            <a:off x="275100" y="1279100"/>
            <a:ext cx="42012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07" name="Google Shape;307;p38"/>
          <p:cNvSpPr txBox="1"/>
          <p:nvPr>
            <p:ph idx="2" type="subTitle"/>
          </p:nvPr>
        </p:nvSpPr>
        <p:spPr>
          <a:xfrm>
            <a:off x="274950" y="1309525"/>
            <a:ext cx="42012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308" name="Google Shape;308;p38"/>
          <p:cNvSpPr/>
          <p:nvPr/>
        </p:nvSpPr>
        <p:spPr>
          <a:xfrm>
            <a:off x="4672725" y="1279100"/>
            <a:ext cx="42012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09" name="Google Shape;309;p38"/>
          <p:cNvSpPr txBox="1"/>
          <p:nvPr>
            <p:ph idx="3" type="subTitle"/>
          </p:nvPr>
        </p:nvSpPr>
        <p:spPr>
          <a:xfrm>
            <a:off x="4672575" y="1309525"/>
            <a:ext cx="42012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310" name="Google Shape;310;p38"/>
          <p:cNvSpPr/>
          <p:nvPr>
            <p:ph idx="4" type="pic"/>
          </p:nvPr>
        </p:nvSpPr>
        <p:spPr>
          <a:xfrm>
            <a:off x="274950" y="1822175"/>
            <a:ext cx="4201200" cy="17859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p38"/>
          <p:cNvSpPr txBox="1"/>
          <p:nvPr>
            <p:ph idx="5" type="body"/>
          </p:nvPr>
        </p:nvSpPr>
        <p:spPr>
          <a:xfrm>
            <a:off x="4779375" y="3829313"/>
            <a:ext cx="3987600" cy="9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12" name="Google Shape;312;p38"/>
          <p:cNvSpPr/>
          <p:nvPr>
            <p:ph idx="6" type="pic"/>
          </p:nvPr>
        </p:nvSpPr>
        <p:spPr>
          <a:xfrm>
            <a:off x="4672575" y="1822175"/>
            <a:ext cx="4201200" cy="17859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33">
    <p:bg>
      <p:bgPr>
        <a:solidFill>
          <a:schemeClr val="dk2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9"/>
          <p:cNvSpPr/>
          <p:nvPr/>
        </p:nvSpPr>
        <p:spPr>
          <a:xfrm>
            <a:off x="3185399" y="3723950"/>
            <a:ext cx="2780400" cy="11289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15" name="Google Shape;315;p39"/>
          <p:cNvSpPr/>
          <p:nvPr/>
        </p:nvSpPr>
        <p:spPr>
          <a:xfrm>
            <a:off x="274950" y="3723950"/>
            <a:ext cx="2780400" cy="11289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16" name="Google Shape;316;p39"/>
          <p:cNvSpPr txBox="1"/>
          <p:nvPr>
            <p:ph idx="1" type="body"/>
          </p:nvPr>
        </p:nvSpPr>
        <p:spPr>
          <a:xfrm>
            <a:off x="352680" y="3829313"/>
            <a:ext cx="2639100" cy="9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17" name="Google Shape;317;p39"/>
          <p:cNvSpPr/>
          <p:nvPr/>
        </p:nvSpPr>
        <p:spPr>
          <a:xfrm>
            <a:off x="274950" y="284775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318" name="Google Shape;318;p39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319" name="Google Shape;319;p39"/>
          <p:cNvSpPr/>
          <p:nvPr/>
        </p:nvSpPr>
        <p:spPr>
          <a:xfrm>
            <a:off x="275049" y="1279100"/>
            <a:ext cx="27804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20" name="Google Shape;320;p39"/>
          <p:cNvSpPr txBox="1"/>
          <p:nvPr>
            <p:ph idx="2" type="subTitle"/>
          </p:nvPr>
        </p:nvSpPr>
        <p:spPr>
          <a:xfrm>
            <a:off x="274950" y="1309525"/>
            <a:ext cx="27804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321" name="Google Shape;321;p39"/>
          <p:cNvSpPr/>
          <p:nvPr/>
        </p:nvSpPr>
        <p:spPr>
          <a:xfrm>
            <a:off x="3185449" y="1279100"/>
            <a:ext cx="27804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22" name="Google Shape;322;p39"/>
          <p:cNvSpPr txBox="1"/>
          <p:nvPr>
            <p:ph idx="3" type="subTitle"/>
          </p:nvPr>
        </p:nvSpPr>
        <p:spPr>
          <a:xfrm>
            <a:off x="3185350" y="1309525"/>
            <a:ext cx="27804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323" name="Google Shape;323;p39"/>
          <p:cNvSpPr/>
          <p:nvPr>
            <p:ph idx="4" type="pic"/>
          </p:nvPr>
        </p:nvSpPr>
        <p:spPr>
          <a:xfrm>
            <a:off x="274950" y="1822175"/>
            <a:ext cx="2780400" cy="17859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p39"/>
          <p:cNvSpPr txBox="1"/>
          <p:nvPr>
            <p:ph idx="5" type="body"/>
          </p:nvPr>
        </p:nvSpPr>
        <p:spPr>
          <a:xfrm>
            <a:off x="3256031" y="3829313"/>
            <a:ext cx="2639100" cy="9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25" name="Google Shape;325;p39"/>
          <p:cNvSpPr/>
          <p:nvPr>
            <p:ph idx="6" type="pic"/>
          </p:nvPr>
        </p:nvSpPr>
        <p:spPr>
          <a:xfrm>
            <a:off x="3185350" y="1822175"/>
            <a:ext cx="2780400" cy="17859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p39"/>
          <p:cNvSpPr/>
          <p:nvPr/>
        </p:nvSpPr>
        <p:spPr>
          <a:xfrm>
            <a:off x="6095809" y="3723950"/>
            <a:ext cx="2780400" cy="1128900"/>
          </a:xfrm>
          <a:prstGeom prst="roundRect">
            <a:avLst>
              <a:gd fmla="val 5734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27" name="Google Shape;327;p39"/>
          <p:cNvSpPr/>
          <p:nvPr/>
        </p:nvSpPr>
        <p:spPr>
          <a:xfrm>
            <a:off x="6095859" y="1279100"/>
            <a:ext cx="2780400" cy="427200"/>
          </a:xfrm>
          <a:prstGeom prst="roundRect">
            <a:avLst>
              <a:gd fmla="val 28253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  <p:sp>
        <p:nvSpPr>
          <p:cNvPr id="328" name="Google Shape;328;p39"/>
          <p:cNvSpPr txBox="1"/>
          <p:nvPr>
            <p:ph idx="7" type="subTitle"/>
          </p:nvPr>
        </p:nvSpPr>
        <p:spPr>
          <a:xfrm>
            <a:off x="6095760" y="1309525"/>
            <a:ext cx="27804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300"/>
              <a:buFont typeface="Della Respira"/>
              <a:buNone/>
              <a:defRPr sz="1300"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329" name="Google Shape;329;p39"/>
          <p:cNvSpPr txBox="1"/>
          <p:nvPr>
            <p:ph idx="8" type="body"/>
          </p:nvPr>
        </p:nvSpPr>
        <p:spPr>
          <a:xfrm>
            <a:off x="6166441" y="3829313"/>
            <a:ext cx="2639100" cy="91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30" name="Google Shape;330;p39"/>
          <p:cNvSpPr/>
          <p:nvPr>
            <p:ph idx="9" type="pic"/>
          </p:nvPr>
        </p:nvSpPr>
        <p:spPr>
          <a:xfrm>
            <a:off x="6095760" y="1822175"/>
            <a:ext cx="2780400" cy="17859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34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0"/>
          <p:cNvSpPr/>
          <p:nvPr>
            <p:ph idx="2" type="pic"/>
          </p:nvPr>
        </p:nvSpPr>
        <p:spPr>
          <a:xfrm>
            <a:off x="274950" y="273750"/>
            <a:ext cx="8598900" cy="4596000"/>
          </a:xfrm>
          <a:prstGeom prst="roundRect">
            <a:avLst>
              <a:gd fmla="val 5298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35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1"/>
          <p:cNvSpPr/>
          <p:nvPr>
            <p:ph idx="2" type="pic"/>
          </p:nvPr>
        </p:nvSpPr>
        <p:spPr>
          <a:xfrm>
            <a:off x="7186900" y="1350138"/>
            <a:ext cx="1685700" cy="3510600"/>
          </a:xfrm>
          <a:prstGeom prst="roundRect">
            <a:avLst>
              <a:gd fmla="val 9180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p41"/>
          <p:cNvSpPr/>
          <p:nvPr/>
        </p:nvSpPr>
        <p:spPr>
          <a:xfrm>
            <a:off x="273650" y="282688"/>
            <a:ext cx="8598900" cy="854400"/>
          </a:xfrm>
          <a:prstGeom prst="roundRect">
            <a:avLst>
              <a:gd fmla="val 25275" name="adj"/>
            </a:avLst>
          </a:prstGeom>
          <a:solidFill>
            <a:schemeClr val="accen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1828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336" name="Google Shape;336;p41"/>
          <p:cNvSpPr txBox="1"/>
          <p:nvPr>
            <p:ph type="title"/>
          </p:nvPr>
        </p:nvSpPr>
        <p:spPr>
          <a:xfrm>
            <a:off x="271350" y="325027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Font typeface="Della Respira"/>
              <a:buNone/>
              <a:defRPr sz="3500"/>
            </a:lvl9pPr>
          </a:lstStyle>
          <a:p/>
        </p:txBody>
      </p:sp>
      <p:sp>
        <p:nvSpPr>
          <p:cNvPr id="337" name="Google Shape;337;p41"/>
          <p:cNvSpPr/>
          <p:nvPr>
            <p:ph idx="3" type="pic"/>
          </p:nvPr>
        </p:nvSpPr>
        <p:spPr>
          <a:xfrm>
            <a:off x="273650" y="1350150"/>
            <a:ext cx="1636500" cy="1688400"/>
          </a:xfrm>
          <a:prstGeom prst="roundRect">
            <a:avLst>
              <a:gd fmla="val 966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p41"/>
          <p:cNvSpPr/>
          <p:nvPr>
            <p:ph idx="4" type="pic"/>
          </p:nvPr>
        </p:nvSpPr>
        <p:spPr>
          <a:xfrm>
            <a:off x="1998688" y="1350150"/>
            <a:ext cx="1636500" cy="1688400"/>
          </a:xfrm>
          <a:prstGeom prst="roundRect">
            <a:avLst>
              <a:gd fmla="val 966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p41"/>
          <p:cNvSpPr/>
          <p:nvPr>
            <p:ph idx="5" type="pic"/>
          </p:nvPr>
        </p:nvSpPr>
        <p:spPr>
          <a:xfrm>
            <a:off x="3723713" y="1350150"/>
            <a:ext cx="1636500" cy="1688400"/>
          </a:xfrm>
          <a:prstGeom prst="roundRect">
            <a:avLst>
              <a:gd fmla="val 966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p41"/>
          <p:cNvSpPr/>
          <p:nvPr>
            <p:ph idx="6" type="pic"/>
          </p:nvPr>
        </p:nvSpPr>
        <p:spPr>
          <a:xfrm>
            <a:off x="5455300" y="1350150"/>
            <a:ext cx="1636500" cy="1688400"/>
          </a:xfrm>
          <a:prstGeom prst="roundRect">
            <a:avLst>
              <a:gd fmla="val 966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p41"/>
          <p:cNvSpPr/>
          <p:nvPr>
            <p:ph idx="7" type="pic"/>
          </p:nvPr>
        </p:nvSpPr>
        <p:spPr>
          <a:xfrm>
            <a:off x="273650" y="3131825"/>
            <a:ext cx="1636500" cy="1728900"/>
          </a:xfrm>
          <a:prstGeom prst="roundRect">
            <a:avLst>
              <a:gd fmla="val 966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41"/>
          <p:cNvSpPr/>
          <p:nvPr>
            <p:ph idx="8" type="pic"/>
          </p:nvPr>
        </p:nvSpPr>
        <p:spPr>
          <a:xfrm>
            <a:off x="1998688" y="3131825"/>
            <a:ext cx="1636500" cy="1728900"/>
          </a:xfrm>
          <a:prstGeom prst="roundRect">
            <a:avLst>
              <a:gd fmla="val 966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p41"/>
          <p:cNvSpPr/>
          <p:nvPr>
            <p:ph idx="9" type="pic"/>
          </p:nvPr>
        </p:nvSpPr>
        <p:spPr>
          <a:xfrm>
            <a:off x="3723713" y="3131825"/>
            <a:ext cx="1636500" cy="1728900"/>
          </a:xfrm>
          <a:prstGeom prst="roundRect">
            <a:avLst>
              <a:gd fmla="val 966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p41"/>
          <p:cNvSpPr/>
          <p:nvPr>
            <p:ph idx="13" type="pic"/>
          </p:nvPr>
        </p:nvSpPr>
        <p:spPr>
          <a:xfrm>
            <a:off x="5455300" y="3131825"/>
            <a:ext cx="1636500" cy="1728900"/>
          </a:xfrm>
          <a:prstGeom prst="roundRect">
            <a:avLst>
              <a:gd fmla="val 9664" name="adj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_36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48" name="Google Shape;348;p4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49" name="Google Shape;349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52" name="Google Shape;352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5" name="Google Shape;355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56" name="Google Shape;356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9" name="Google Shape;359;p4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0" name="Google Shape;360;p4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1" name="Google Shape;361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4" name="Google Shape;364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7" name="Google Shape;367;p4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8" name="Google Shape;368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1" name="Google Shape;371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5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75" name="Google Shape;375;p5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76" name="Google Shape;376;p5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77" name="Google Shape;377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80" name="Google Shape;380;p5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81" name="Google Shape;381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5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85" name="Google Shape;385;p5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9" name="Google Shape;389;p5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90" name="Google Shape;390;p5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91" name="Google Shape;391;p5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92" name="Google Shape;392;p5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3" name="Google Shape;393;p5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6" name="Google Shape;396;p5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97" name="Google Shape;397;p5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98" name="Google Shape;398;p54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399" name="Google Shape;399;p5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0" name="Google Shape;400;p54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1" name="Google Shape;401;p54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2" name="Google Shape;402;p54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5" name="Google Shape;405;p5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406" name="Google Shape;406;p5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407" name="Google Shape;407;p5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408" name="Google Shape;408;p5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409" name="Google Shape;409;p5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0" name="Google Shape;410;p5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1" name="Google Shape;411;p5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2" name="Google Shape;412;p5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3" name="Google Shape;413;p5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6" name="Google Shape;416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7" name="Google Shape;417;p5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0" name="Google Shape;420;p5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21" name="Google Shape;421;p5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22" name="Google Shape;422;p5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3" name="Google Shape;423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4" name="Google Shape;424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5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26" name="Google Shape;426;p5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9" name="Google Shape;429;p5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30" name="Google Shape;430;p5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5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2" name="Google Shape;432;p5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33" name="Google Shape;433;p5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4" name="Google Shape;434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5" name="Google Shape;435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6" name="Google Shape;436;p5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7" name="Google Shape;437;p5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8" name="Google Shape;438;p5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5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441" name="Google Shape;441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4" name="Google Shape;444;p6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5" name="Google Shape;445;p6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6" name="Google Shape;446;p6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7" name="Google Shape;447;p6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8" name="Google Shape;448;p6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9" name="Google Shape;449;p6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0" name="Google Shape;450;p6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1" name="Google Shape;451;p6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2" name="Google Shape;452;p6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3" name="Google Shape;453;p6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60" Type="http://schemas.openxmlformats.org/officeDocument/2006/relationships/theme" Target="../theme/theme2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5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12.xml"/><Relationship Id="rId5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15.xml"/><Relationship Id="rId5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14.xml"/><Relationship Id="rId58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Della Respira"/>
              <a:buNone/>
              <a:defRPr b="1" sz="42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ella Respira"/>
              <a:buNone/>
              <a:defRPr sz="28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ella Respira"/>
              <a:buNone/>
              <a:defRPr sz="28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ella Respira"/>
              <a:buNone/>
              <a:defRPr sz="28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ella Respira"/>
              <a:buNone/>
              <a:defRPr sz="28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ella Respira"/>
              <a:buNone/>
              <a:defRPr sz="28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ella Respira"/>
              <a:buNone/>
              <a:defRPr sz="28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ella Respira"/>
              <a:buNone/>
              <a:defRPr sz="28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ella Respira"/>
              <a:buNone/>
              <a:defRPr sz="2800">
                <a:solidFill>
                  <a:schemeClr val="dk1"/>
                </a:solidFill>
                <a:latin typeface="Della Respira"/>
                <a:ea typeface="Della Respira"/>
                <a:cs typeface="Della Respira"/>
                <a:sym typeface="Della Respir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010150" y="1510025"/>
            <a:ext cx="5522700" cy="20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●"/>
              <a:defRPr sz="1600">
                <a:latin typeface="DM Sans"/>
                <a:ea typeface="DM Sans"/>
                <a:cs typeface="DM Sans"/>
                <a:sym typeface="DM Sans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○"/>
              <a:defRPr sz="1600">
                <a:latin typeface="DM Sans"/>
                <a:ea typeface="DM Sans"/>
                <a:cs typeface="DM Sans"/>
                <a:sym typeface="DM Sans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■"/>
              <a:defRPr sz="1600">
                <a:latin typeface="DM Sans"/>
                <a:ea typeface="DM Sans"/>
                <a:cs typeface="DM Sans"/>
                <a:sym typeface="DM Sans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●"/>
              <a:defRPr sz="1600">
                <a:latin typeface="DM Sans"/>
                <a:ea typeface="DM Sans"/>
                <a:cs typeface="DM Sans"/>
                <a:sym typeface="DM Sans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○"/>
              <a:defRPr sz="1600">
                <a:latin typeface="DM Sans"/>
                <a:ea typeface="DM Sans"/>
                <a:cs typeface="DM Sans"/>
                <a:sym typeface="DM Sans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■"/>
              <a:defRPr sz="1600">
                <a:latin typeface="DM Sans"/>
                <a:ea typeface="DM Sans"/>
                <a:cs typeface="DM Sans"/>
                <a:sym typeface="DM Sans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●"/>
              <a:defRPr sz="1600">
                <a:latin typeface="DM Sans"/>
                <a:ea typeface="DM Sans"/>
                <a:cs typeface="DM Sans"/>
                <a:sym typeface="DM Sans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○"/>
              <a:defRPr sz="1600">
                <a:latin typeface="DM Sans"/>
                <a:ea typeface="DM Sans"/>
                <a:cs typeface="DM Sans"/>
                <a:sym typeface="DM Sans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Font typeface="DM Sans"/>
              <a:buChar char="■"/>
              <a:defRPr sz="16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Relationship Id="rId3" Type="http://schemas.openxmlformats.org/officeDocument/2006/relationships/slide" Target="/ppt/slides/slide16.xml"/><Relationship Id="rId4" Type="http://schemas.openxmlformats.org/officeDocument/2006/relationships/slide" Target="/ppt/slides/slide15.xml"/><Relationship Id="rId5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1.jpg"/><Relationship Id="rId5" Type="http://schemas.openxmlformats.org/officeDocument/2006/relationships/image" Target="../media/image8.png"/><Relationship Id="rId6" Type="http://schemas.openxmlformats.org/officeDocument/2006/relationships/slide" Target="/ppt/slides/slide16.xml"/><Relationship Id="rId7" Type="http://schemas.openxmlformats.org/officeDocument/2006/relationships/slide" Target="/ppt/slides/slide15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Relationship Id="rId3" Type="http://schemas.openxmlformats.org/officeDocument/2006/relationships/slide" Target="/ppt/slides/slide16.xml"/><Relationship Id="rId4" Type="http://schemas.openxmlformats.org/officeDocument/2006/relationships/slide" Target="/ppt/slides/slide15.xml"/><Relationship Id="rId5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Relationship Id="rId3" Type="http://schemas.openxmlformats.org/officeDocument/2006/relationships/slide" Target="/ppt/slides/slide16.xml"/><Relationship Id="rId4" Type="http://schemas.openxmlformats.org/officeDocument/2006/relationships/slide" Target="/ppt/slides/slide15.xml"/><Relationship Id="rId5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Relationship Id="rId3" Type="http://schemas.openxmlformats.org/officeDocument/2006/relationships/slide" Target="/ppt/slides/slide16.xml"/><Relationship Id="rId4" Type="http://schemas.openxmlformats.org/officeDocument/2006/relationships/slide" Target="/ppt/slides/slide15.xml"/><Relationship Id="rId5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Relationship Id="rId3" Type="http://schemas.openxmlformats.org/officeDocument/2006/relationships/slide" Target="/ppt/slides/slide16.xml"/><Relationship Id="rId4" Type="http://schemas.openxmlformats.org/officeDocument/2006/relationships/slide" Target="/ppt/slides/slide15.xml"/><Relationship Id="rId5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Relationship Id="rId3" Type="http://schemas.openxmlformats.org/officeDocument/2006/relationships/slide" Target="/ppt/slides/slide16.xml"/><Relationship Id="rId4" Type="http://schemas.openxmlformats.org/officeDocument/2006/relationships/slide" Target="/ppt/slides/slide15.xml"/><Relationship Id="rId5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Relationship Id="rId3" Type="http://schemas.openxmlformats.org/officeDocument/2006/relationships/slide" Target="/ppt/slides/slide16.xml"/><Relationship Id="rId4" Type="http://schemas.openxmlformats.org/officeDocument/2006/relationships/slide" Target="/ppt/slides/slide15.xml"/><Relationship Id="rId5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slide" Target="/ppt/slides/slide16.xml"/><Relationship Id="rId4" Type="http://schemas.openxmlformats.org/officeDocument/2006/relationships/slide" Target="/ppt/slides/slide15.xml"/><Relationship Id="rId5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Relationship Id="rId3" Type="http://schemas.openxmlformats.org/officeDocument/2006/relationships/slide" Target="/ppt/slides/slide16.xml"/><Relationship Id="rId4" Type="http://schemas.openxmlformats.org/officeDocument/2006/relationships/slide" Target="/ppt/slides/slide15.xml"/><Relationship Id="rId5" Type="http://schemas.openxmlformats.org/officeDocument/2006/relationships/image" Target="../media/image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Relationship Id="rId3" Type="http://schemas.openxmlformats.org/officeDocument/2006/relationships/slide" Target="/ppt/slides/slide16.xml"/><Relationship Id="rId4" Type="http://schemas.openxmlformats.org/officeDocument/2006/relationships/slide" Target="/ppt/slides/slide15.xml"/><Relationship Id="rId5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Relationship Id="rId3" Type="http://schemas.openxmlformats.org/officeDocument/2006/relationships/slide" Target="/ppt/slides/slide16.xml"/><Relationship Id="rId4" Type="http://schemas.openxmlformats.org/officeDocument/2006/relationships/slide" Target="/ppt/slides/slide15.xml"/><Relationship Id="rId5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Relationship Id="rId3" Type="http://schemas.openxmlformats.org/officeDocument/2006/relationships/slide" Target="/ppt/slides/slide16.xml"/><Relationship Id="rId4" Type="http://schemas.openxmlformats.org/officeDocument/2006/relationships/slide" Target="/ppt/slides/slide15.xml"/><Relationship Id="rId5" Type="http://schemas.openxmlformats.org/officeDocument/2006/relationships/image" Target="../media/image9.jpg"/><Relationship Id="rId6" Type="http://schemas.openxmlformats.org/officeDocument/2006/relationships/hyperlink" Target="http://www.salemwitchmuseum.com/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Relationship Id="rId3" Type="http://schemas.openxmlformats.org/officeDocument/2006/relationships/slide" Target="/ppt/slides/slide16.xml"/><Relationship Id="rId4" Type="http://schemas.openxmlformats.org/officeDocument/2006/relationships/slide" Target="/ppt/slides/slide15.xml"/><Relationship Id="rId5" Type="http://schemas.openxmlformats.org/officeDocument/2006/relationships/image" Target="../media/image9.jpg"/><Relationship Id="rId6" Type="http://schemas.openxmlformats.org/officeDocument/2006/relationships/hyperlink" Target="http://www.salemwitchmuseum.com/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61"/>
          <p:cNvSpPr txBox="1"/>
          <p:nvPr>
            <p:ph type="title"/>
          </p:nvPr>
        </p:nvSpPr>
        <p:spPr>
          <a:xfrm>
            <a:off x="254710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Author: Miller</a:t>
            </a:r>
            <a:endParaRPr/>
          </a:p>
        </p:txBody>
      </p:sp>
      <p:sp>
        <p:nvSpPr>
          <p:cNvPr id="459" name="Google Shape;459;p61"/>
          <p:cNvSpPr txBox="1"/>
          <p:nvPr>
            <p:ph idx="3" type="subTitle"/>
          </p:nvPr>
        </p:nvSpPr>
        <p:spPr>
          <a:xfrm>
            <a:off x="274950" y="284775"/>
            <a:ext cx="2096400" cy="7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action="ppaction://hlinksldjump" r:id="rId3"/>
              </a:rPr>
              <a:t>Instructions</a:t>
            </a:r>
            <a:r>
              <a:rPr lang="en"/>
              <a:t> | </a:t>
            </a:r>
            <a:r>
              <a:rPr lang="en" u="sng">
                <a:solidFill>
                  <a:schemeClr val="hlink"/>
                </a:solidFill>
                <a:hlinkClick action="ppaction://hlinksldjump" r:id="rId4"/>
              </a:rPr>
              <a:t>Title</a:t>
            </a:r>
            <a:endParaRPr/>
          </a:p>
        </p:txBody>
      </p:sp>
      <p:pic>
        <p:nvPicPr>
          <p:cNvPr id="460" name="Google Shape;460;p61" title="e9c04255dee4b249d6ef0eafa1e24e12-Arthur-Miller.1445356762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590225"/>
            <a:ext cx="2218950" cy="281066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61" name="Google Shape;461;p61"/>
          <p:cNvGraphicFramePr/>
          <p:nvPr/>
        </p:nvGraphicFramePr>
        <p:xfrm>
          <a:off x="2739850" y="1241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{2D0FE3B6-EDA4-4F20-976A-FC1056F27B6C}</a:tableStyleId>
              </a:tblPr>
              <a:tblGrid>
                <a:gridCol w="2439650"/>
                <a:gridCol w="3501550"/>
              </a:tblGrid>
              <a:tr h="423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What is Miller’s full name?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Arthur Asher Miller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</a:tr>
              <a:tr h="450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Link (Cite Your Source):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https://arthurmillersociety.net/am-chronology/</a:t>
                      </a:r>
                      <a:endParaRPr sz="900"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</a:tr>
              <a:tr h="48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Where was he born?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</a:rPr>
                        <a:t>Insert text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CF85">
                        <a:alpha val="36080"/>
                      </a:srgbClr>
                    </a:solidFill>
                  </a:tcPr>
                </a:tc>
              </a:tr>
              <a:tr h="43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Link (Cite Your Source):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highlight>
                            <a:srgbClr val="FFFF00"/>
                          </a:highlight>
                        </a:rPr>
                        <a:t>Insert link</a:t>
                      </a:r>
                      <a:endParaRPr sz="900"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>
                    <a:solidFill>
                      <a:srgbClr val="FFCF85">
                        <a:alpha val="36080"/>
                      </a:srgbClr>
                    </a:solidFill>
                  </a:tcPr>
                </a:tc>
              </a:tr>
              <a:tr h="43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I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n what year was he born?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</a:rPr>
                        <a:t>Insert text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CF85">
                        <a:alpha val="36080"/>
                      </a:srgbClr>
                    </a:solidFill>
                  </a:tcPr>
                </a:tc>
              </a:tr>
              <a:tr h="43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Link (Cite Your Source):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</a:rPr>
                        <a:t>Insert link</a:t>
                      </a:r>
                      <a:endParaRPr sz="900"/>
                    </a:p>
                  </a:txBody>
                  <a:tcPr marT="91425" marB="91425" marR="91425" marL="91425">
                    <a:solidFill>
                      <a:srgbClr val="FFCF85">
                        <a:alpha val="36080"/>
                      </a:srgbClr>
                    </a:solidFill>
                  </a:tcPr>
                </a:tc>
              </a:tr>
              <a:tr h="43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When did he die?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</a:rPr>
                        <a:t>Insert text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CF85">
                        <a:alpha val="36080"/>
                      </a:srgbClr>
                    </a:solidFill>
                  </a:tcPr>
                </a:tc>
              </a:tr>
              <a:tr h="43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Link (Cite Your Source):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</a:rPr>
                        <a:t>Insert link</a:t>
                      </a:r>
                      <a:endParaRPr sz="900"/>
                    </a:p>
                  </a:txBody>
                  <a:tcPr marT="91425" marB="91425" marR="91425" marL="91425">
                    <a:solidFill>
                      <a:srgbClr val="FFCF85">
                        <a:alpha val="3608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62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Author: Miller</a:t>
            </a:r>
            <a:endParaRPr/>
          </a:p>
        </p:txBody>
      </p:sp>
      <p:sp>
        <p:nvSpPr>
          <p:cNvPr id="467" name="Google Shape;467;p62"/>
          <p:cNvSpPr txBox="1"/>
          <p:nvPr>
            <p:ph idx="3" type="subTitle"/>
          </p:nvPr>
        </p:nvSpPr>
        <p:spPr>
          <a:xfrm>
            <a:off x="2475813" y="3791100"/>
            <a:ext cx="19983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Mary Slattery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68" name="Google Shape;468;p62"/>
          <p:cNvSpPr txBox="1"/>
          <p:nvPr>
            <p:ph idx="4" type="subTitle"/>
          </p:nvPr>
        </p:nvSpPr>
        <p:spPr>
          <a:xfrm>
            <a:off x="4675638" y="3791100"/>
            <a:ext cx="19983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highlight>
                  <a:srgbClr val="FFFF00"/>
                </a:highlight>
              </a:rPr>
              <a:t>_____________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  <p:sp>
        <p:nvSpPr>
          <p:cNvPr id="469" name="Google Shape;469;p62"/>
          <p:cNvSpPr txBox="1"/>
          <p:nvPr>
            <p:ph idx="7" type="subTitle"/>
          </p:nvPr>
        </p:nvSpPr>
        <p:spPr>
          <a:xfrm>
            <a:off x="2477850" y="4251700"/>
            <a:ext cx="1998300" cy="60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(1940–1956)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70" name="Google Shape;470;p62"/>
          <p:cNvSpPr txBox="1"/>
          <p:nvPr>
            <p:ph idx="8" type="subTitle"/>
          </p:nvPr>
        </p:nvSpPr>
        <p:spPr>
          <a:xfrm>
            <a:off x="4676663" y="4251700"/>
            <a:ext cx="1998300" cy="60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(1956–1961)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71" name="Google Shape;471;p62"/>
          <p:cNvSpPr txBox="1"/>
          <p:nvPr>
            <p:ph idx="5" type="subTitle"/>
          </p:nvPr>
        </p:nvSpPr>
        <p:spPr>
          <a:xfrm>
            <a:off x="6875488" y="3791100"/>
            <a:ext cx="1998300" cy="34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Inge Morath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72" name="Google Shape;472;p62"/>
          <p:cNvSpPr txBox="1"/>
          <p:nvPr>
            <p:ph idx="9" type="subTitle"/>
          </p:nvPr>
        </p:nvSpPr>
        <p:spPr>
          <a:xfrm>
            <a:off x="6867588" y="4251700"/>
            <a:ext cx="1998300" cy="60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(1962–2002)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73" name="Google Shape;473;p62"/>
          <p:cNvSpPr txBox="1"/>
          <p:nvPr/>
        </p:nvSpPr>
        <p:spPr>
          <a:xfrm>
            <a:off x="412950" y="1327350"/>
            <a:ext cx="1710900" cy="23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DM Sans"/>
                <a:ea typeface="DM Sans"/>
                <a:cs typeface="DM Sans"/>
                <a:sym typeface="DM Sans"/>
              </a:rPr>
              <a:t>Arthur Miller was married three times in his lifetime. Record the name of his second wife, and include an image of her. </a:t>
            </a:r>
            <a:endParaRPr sz="160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474" name="Google Shape;474;p62" title="gettyimages-607387964-612x61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3725" y="1319515"/>
            <a:ext cx="1826549" cy="231918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62" title="gettyimages-2176771501-612x612.jpg"/>
          <p:cNvPicPr preferRelativeResize="0"/>
          <p:nvPr/>
        </p:nvPicPr>
        <p:blipFill rotWithShape="1">
          <a:blip r:embed="rId4">
            <a:alphaModFix/>
          </a:blip>
          <a:srcRect b="0" l="26226" r="0" t="0"/>
          <a:stretch/>
        </p:blipFill>
        <p:spPr>
          <a:xfrm>
            <a:off x="7019202" y="1319513"/>
            <a:ext cx="1710900" cy="2319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62" title="1200px-Antu_insert-image.svg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77350" y="1451725"/>
            <a:ext cx="2054775" cy="2054775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62"/>
          <p:cNvSpPr txBox="1"/>
          <p:nvPr>
            <p:ph idx="3" type="subTitle"/>
          </p:nvPr>
        </p:nvSpPr>
        <p:spPr>
          <a:xfrm>
            <a:off x="6732125" y="394925"/>
            <a:ext cx="2096400" cy="7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action="ppaction://hlinksldjump" r:id="rId6"/>
              </a:rPr>
              <a:t>Instructions</a:t>
            </a:r>
            <a:r>
              <a:rPr lang="en"/>
              <a:t> | </a:t>
            </a:r>
            <a:r>
              <a:rPr lang="en" u="sng">
                <a:solidFill>
                  <a:schemeClr val="hlink"/>
                </a:solidFill>
                <a:hlinkClick action="ppaction://hlinksldjump" r:id="rId7"/>
              </a:rPr>
              <a:t>Title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63"/>
          <p:cNvSpPr txBox="1"/>
          <p:nvPr>
            <p:ph type="title"/>
          </p:nvPr>
        </p:nvSpPr>
        <p:spPr>
          <a:xfrm>
            <a:off x="254710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Context: McCarthyism</a:t>
            </a:r>
            <a:endParaRPr/>
          </a:p>
        </p:txBody>
      </p:sp>
      <p:sp>
        <p:nvSpPr>
          <p:cNvPr id="483" name="Google Shape;483;p63"/>
          <p:cNvSpPr txBox="1"/>
          <p:nvPr>
            <p:ph idx="3" type="subTitle"/>
          </p:nvPr>
        </p:nvSpPr>
        <p:spPr>
          <a:xfrm>
            <a:off x="274950" y="284775"/>
            <a:ext cx="2096400" cy="7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action="ppaction://hlinksldjump" r:id="rId3"/>
              </a:rPr>
              <a:t>Instructions</a:t>
            </a:r>
            <a:r>
              <a:rPr lang="en"/>
              <a:t> | </a:t>
            </a:r>
            <a:r>
              <a:rPr lang="en" u="sng">
                <a:solidFill>
                  <a:schemeClr val="hlink"/>
                </a:solidFill>
                <a:hlinkClick action="ppaction://hlinksldjump" r:id="rId4"/>
              </a:rPr>
              <a:t>Title</a:t>
            </a:r>
            <a:endParaRPr/>
          </a:p>
        </p:txBody>
      </p:sp>
      <p:graphicFrame>
        <p:nvGraphicFramePr>
          <p:cNvPr id="484" name="Google Shape;484;p63"/>
          <p:cNvGraphicFramePr/>
          <p:nvPr/>
        </p:nvGraphicFramePr>
        <p:xfrm>
          <a:off x="2739850" y="1241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{2D0FE3B6-EDA4-4F20-976A-FC1056F27B6C}</a:tableStyleId>
              </a:tblPr>
              <a:tblGrid>
                <a:gridCol w="2439650"/>
                <a:gridCol w="3501550"/>
              </a:tblGrid>
              <a:tr h="48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Who was Senator Joseph McCarthy, and what role did he play in the Red Scare of the 1950s?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</a:rPr>
                        <a:t>Insert text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CF85">
                        <a:alpha val="36080"/>
                      </a:srgbClr>
                    </a:solidFill>
                  </a:tcPr>
                </a:tc>
              </a:tr>
              <a:tr h="43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Link (Cite Your Source):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highlight>
                            <a:srgbClr val="FFFF00"/>
                          </a:highlight>
                        </a:rPr>
                        <a:t>Insert link</a:t>
                      </a:r>
                      <a:endParaRPr sz="900"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>
                    <a:solidFill>
                      <a:srgbClr val="FFCF85">
                        <a:alpha val="36080"/>
                      </a:srgbClr>
                    </a:solidFill>
                  </a:tcPr>
                </a:tc>
              </a:tr>
              <a:tr h="43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What public accusation did McCarthy make against people in government and society?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</a:rPr>
                        <a:t>Insert text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CF85">
                        <a:alpha val="36080"/>
                      </a:srgbClr>
                    </a:solidFill>
                  </a:tcPr>
                </a:tc>
              </a:tr>
              <a:tr h="43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Link (Cite Your Source):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</a:rPr>
                        <a:t>Insert link</a:t>
                      </a:r>
                      <a:endParaRPr sz="900"/>
                    </a:p>
                  </a:txBody>
                  <a:tcPr marT="91425" marB="91425" marR="91425" marL="91425">
                    <a:solidFill>
                      <a:srgbClr val="FFCF85">
                        <a:alpha val="3608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485" name="Google Shape;485;p63" title="9750049_orig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3338" y="1396550"/>
            <a:ext cx="2168024" cy="277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4"/>
          <p:cNvSpPr txBox="1"/>
          <p:nvPr>
            <p:ph type="title"/>
          </p:nvPr>
        </p:nvSpPr>
        <p:spPr>
          <a:xfrm>
            <a:off x="254710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Context: McCarthyism</a:t>
            </a:r>
            <a:endParaRPr/>
          </a:p>
        </p:txBody>
      </p:sp>
      <p:sp>
        <p:nvSpPr>
          <p:cNvPr id="491" name="Google Shape;491;p64"/>
          <p:cNvSpPr txBox="1"/>
          <p:nvPr>
            <p:ph idx="3" type="subTitle"/>
          </p:nvPr>
        </p:nvSpPr>
        <p:spPr>
          <a:xfrm>
            <a:off x="274950" y="284775"/>
            <a:ext cx="2096400" cy="7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action="ppaction://hlinksldjump" r:id="rId3"/>
              </a:rPr>
              <a:t>Instructions</a:t>
            </a:r>
            <a:r>
              <a:rPr lang="en"/>
              <a:t> | </a:t>
            </a:r>
            <a:r>
              <a:rPr lang="en" u="sng">
                <a:solidFill>
                  <a:schemeClr val="hlink"/>
                </a:solidFill>
                <a:hlinkClick action="ppaction://hlinksldjump" r:id="rId4"/>
              </a:rPr>
              <a:t>Title</a:t>
            </a:r>
            <a:endParaRPr/>
          </a:p>
        </p:txBody>
      </p:sp>
      <p:graphicFrame>
        <p:nvGraphicFramePr>
          <p:cNvPr id="492" name="Google Shape;492;p64"/>
          <p:cNvGraphicFramePr/>
          <p:nvPr/>
        </p:nvGraphicFramePr>
        <p:xfrm>
          <a:off x="2739850" y="1241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{2D0FE3B6-EDA4-4F20-976A-FC1056F27B6C}</a:tableStyleId>
              </a:tblPr>
              <a:tblGrid>
                <a:gridCol w="2439650"/>
                <a:gridCol w="3501550"/>
              </a:tblGrid>
              <a:tr h="48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What was the House Un-American Activities Committee (HUAC)?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</a:rPr>
                        <a:t>Insert text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CF85">
                        <a:alpha val="36080"/>
                      </a:srgbClr>
                    </a:solidFill>
                  </a:tcPr>
                </a:tc>
              </a:tr>
              <a:tr h="43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Link (Cite Your Source):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highlight>
                            <a:srgbClr val="FFFF00"/>
                          </a:highlight>
                        </a:rPr>
                        <a:t>Insert link</a:t>
                      </a:r>
                      <a:endParaRPr sz="900"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>
                    <a:solidFill>
                      <a:srgbClr val="FFCF85">
                        <a:alpha val="36080"/>
                      </a:srgbClr>
                    </a:solidFill>
                  </a:tcPr>
                </a:tc>
              </a:tr>
              <a:tr h="43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Why was Miller brought before the House of Un-American Activities Committee?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</a:rPr>
                        <a:t>Insert text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CF85">
                        <a:alpha val="36080"/>
                      </a:srgbClr>
                    </a:solidFill>
                  </a:tcPr>
                </a:tc>
              </a:tr>
              <a:tr h="43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Link (Cite Your Source):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</a:rPr>
                        <a:t>Insert link</a:t>
                      </a:r>
                      <a:endParaRPr sz="900"/>
                    </a:p>
                  </a:txBody>
                  <a:tcPr marT="91425" marB="91425" marR="91425" marL="91425">
                    <a:solidFill>
                      <a:srgbClr val="FFCF85">
                        <a:alpha val="3608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493" name="Google Shape;493;p64" title="9750049_orig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3338" y="1396550"/>
            <a:ext cx="2168024" cy="277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65"/>
          <p:cNvSpPr txBox="1"/>
          <p:nvPr>
            <p:ph type="title"/>
          </p:nvPr>
        </p:nvSpPr>
        <p:spPr>
          <a:xfrm>
            <a:off x="254710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Context: McCarthyism</a:t>
            </a:r>
            <a:endParaRPr/>
          </a:p>
        </p:txBody>
      </p:sp>
      <p:sp>
        <p:nvSpPr>
          <p:cNvPr id="499" name="Google Shape;499;p65"/>
          <p:cNvSpPr txBox="1"/>
          <p:nvPr>
            <p:ph idx="3" type="subTitle"/>
          </p:nvPr>
        </p:nvSpPr>
        <p:spPr>
          <a:xfrm>
            <a:off x="274950" y="284775"/>
            <a:ext cx="2096400" cy="7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action="ppaction://hlinksldjump" r:id="rId3"/>
              </a:rPr>
              <a:t>Instructions</a:t>
            </a:r>
            <a:r>
              <a:rPr lang="en"/>
              <a:t> | </a:t>
            </a:r>
            <a:r>
              <a:rPr lang="en" u="sng">
                <a:solidFill>
                  <a:schemeClr val="hlink"/>
                </a:solidFill>
                <a:hlinkClick action="ppaction://hlinksldjump" r:id="rId4"/>
              </a:rPr>
              <a:t>Title</a:t>
            </a:r>
            <a:endParaRPr/>
          </a:p>
        </p:txBody>
      </p:sp>
      <p:graphicFrame>
        <p:nvGraphicFramePr>
          <p:cNvPr id="500" name="Google Shape;500;p65"/>
          <p:cNvGraphicFramePr/>
          <p:nvPr/>
        </p:nvGraphicFramePr>
        <p:xfrm>
          <a:off x="2739850" y="1241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{2D0FE3B6-EDA4-4F20-976A-FC1056F27B6C}</a:tableStyleId>
              </a:tblPr>
              <a:tblGrid>
                <a:gridCol w="2950925"/>
                <a:gridCol w="2990275"/>
              </a:tblGrid>
              <a:tr h="48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Which two groups of people (w______ and e___________) were often labeled as Communist sympathizers, making it difficult for them to continue working?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</a:rPr>
                        <a:t>W______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 and </a:t>
                      </a:r>
                      <a:r>
                        <a:rPr lang="en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</a:rPr>
                        <a:t>e___________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 were often labeled as Communist sympathizers.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CF85">
                        <a:alpha val="36080"/>
                      </a:srgbClr>
                    </a:solidFill>
                  </a:tcPr>
                </a:tc>
              </a:tr>
              <a:tr h="43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Link (Cite Your Source):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highlight>
                            <a:srgbClr val="FFFF00"/>
                          </a:highlight>
                        </a:rPr>
                        <a:t>Insert link</a:t>
                      </a:r>
                      <a:endParaRPr sz="900"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>
                    <a:solidFill>
                      <a:srgbClr val="FFCF85">
                        <a:alpha val="36080"/>
                      </a:srgbClr>
                    </a:solidFill>
                  </a:tcPr>
                </a:tc>
              </a:tr>
              <a:tr h="43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Name three artists or performers who were singled out during McCarthyism as Communists or Communist sympathizers.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</a:rPr>
                        <a:t>Insert text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CF85">
                        <a:alpha val="36080"/>
                      </a:srgbClr>
                    </a:solidFill>
                  </a:tcPr>
                </a:tc>
              </a:tr>
              <a:tr h="43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Link (Cite Your Source):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</a:rPr>
                        <a:t>Insert link</a:t>
                      </a:r>
                      <a:endParaRPr sz="900"/>
                    </a:p>
                  </a:txBody>
                  <a:tcPr marT="91425" marB="91425" marR="91425" marL="91425">
                    <a:solidFill>
                      <a:srgbClr val="FFCF85">
                        <a:alpha val="3608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501" name="Google Shape;501;p65" title="9750049_orig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3338" y="1396550"/>
            <a:ext cx="2168024" cy="277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66"/>
          <p:cNvSpPr txBox="1"/>
          <p:nvPr>
            <p:ph type="title"/>
          </p:nvPr>
        </p:nvSpPr>
        <p:spPr>
          <a:xfrm>
            <a:off x="254710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Context: McCarthyism</a:t>
            </a:r>
            <a:endParaRPr/>
          </a:p>
        </p:txBody>
      </p:sp>
      <p:sp>
        <p:nvSpPr>
          <p:cNvPr id="507" name="Google Shape;507;p66"/>
          <p:cNvSpPr txBox="1"/>
          <p:nvPr>
            <p:ph idx="3" type="subTitle"/>
          </p:nvPr>
        </p:nvSpPr>
        <p:spPr>
          <a:xfrm>
            <a:off x="274950" y="284775"/>
            <a:ext cx="2096400" cy="7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action="ppaction://hlinksldjump" r:id="rId3"/>
              </a:rPr>
              <a:t>Instructions</a:t>
            </a:r>
            <a:r>
              <a:rPr lang="en"/>
              <a:t> | </a:t>
            </a:r>
            <a:r>
              <a:rPr lang="en" u="sng">
                <a:solidFill>
                  <a:schemeClr val="hlink"/>
                </a:solidFill>
                <a:hlinkClick action="ppaction://hlinksldjump" r:id="rId4"/>
              </a:rPr>
              <a:t>Title</a:t>
            </a:r>
            <a:endParaRPr/>
          </a:p>
        </p:txBody>
      </p:sp>
      <p:graphicFrame>
        <p:nvGraphicFramePr>
          <p:cNvPr id="508" name="Google Shape;508;p66"/>
          <p:cNvGraphicFramePr/>
          <p:nvPr/>
        </p:nvGraphicFramePr>
        <p:xfrm>
          <a:off x="2739850" y="1241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{2D0FE3B6-EDA4-4F20-976A-FC1056F27B6C}</a:tableStyleId>
              </a:tblPr>
              <a:tblGrid>
                <a:gridCol w="2950925"/>
                <a:gridCol w="2990275"/>
              </a:tblGrid>
              <a:tr h="48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What happened to Senator Joseph McCarthy in 1954 that reduced his power and influence?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</a:rPr>
                        <a:t>Insert text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CF85">
                        <a:alpha val="36080"/>
                      </a:srgbClr>
                    </a:solidFill>
                  </a:tcPr>
                </a:tc>
              </a:tr>
              <a:tr h="43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Link (Cite Your Source):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highlight>
                            <a:srgbClr val="FFFF00"/>
                          </a:highlight>
                        </a:rPr>
                        <a:t>Insert link</a:t>
                      </a:r>
                      <a:endParaRPr sz="900"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>
                    <a:solidFill>
                      <a:srgbClr val="FFCF85">
                        <a:alpha val="3608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509" name="Google Shape;509;p66" title="9750049_orig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3338" y="1396550"/>
            <a:ext cx="2168024" cy="277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67"/>
          <p:cNvSpPr txBox="1"/>
          <p:nvPr>
            <p:ph type="title"/>
          </p:nvPr>
        </p:nvSpPr>
        <p:spPr>
          <a:xfrm>
            <a:off x="254710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Context: </a:t>
            </a:r>
            <a:r>
              <a:rPr lang="en"/>
              <a:t>Puritan Life &amp; Salem Village</a:t>
            </a:r>
            <a:endParaRPr/>
          </a:p>
        </p:txBody>
      </p:sp>
      <p:sp>
        <p:nvSpPr>
          <p:cNvPr id="515" name="Google Shape;515;p67"/>
          <p:cNvSpPr txBox="1"/>
          <p:nvPr>
            <p:ph idx="3" type="subTitle"/>
          </p:nvPr>
        </p:nvSpPr>
        <p:spPr>
          <a:xfrm>
            <a:off x="274950" y="284775"/>
            <a:ext cx="2096400" cy="7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action="ppaction://hlinksldjump" r:id="rId3"/>
              </a:rPr>
              <a:t>Instructions</a:t>
            </a:r>
            <a:r>
              <a:rPr lang="en"/>
              <a:t> | </a:t>
            </a:r>
            <a:r>
              <a:rPr lang="en" u="sng">
                <a:solidFill>
                  <a:schemeClr val="hlink"/>
                </a:solidFill>
                <a:hlinkClick action="ppaction://hlinksldjump" r:id="rId4"/>
              </a:rPr>
              <a:t>Title</a:t>
            </a:r>
            <a:endParaRPr/>
          </a:p>
        </p:txBody>
      </p:sp>
      <p:graphicFrame>
        <p:nvGraphicFramePr>
          <p:cNvPr id="516" name="Google Shape;516;p67"/>
          <p:cNvGraphicFramePr/>
          <p:nvPr/>
        </p:nvGraphicFramePr>
        <p:xfrm>
          <a:off x="2739850" y="1241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{2D0FE3B6-EDA4-4F20-976A-FC1056F27B6C}</a:tableStyleId>
              </a:tblPr>
              <a:tblGrid>
                <a:gridCol w="2950925"/>
                <a:gridCol w="2990275"/>
              </a:tblGrid>
              <a:tr h="48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What was daily life like for Puritan children in 17th-century New England?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</a:rPr>
                        <a:t>Insert text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FFCF85">
                        <a:alpha val="36080"/>
                      </a:srgbClr>
                    </a:solidFill>
                  </a:tcPr>
                </a:tc>
              </a:tr>
              <a:tr h="43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Link (Cite Your Source):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highlight>
                            <a:srgbClr val="FFFF00"/>
                          </a:highlight>
                        </a:rPr>
                        <a:t>Insert link</a:t>
                      </a:r>
                      <a:endParaRPr sz="900"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>
                    <a:solidFill>
                      <a:srgbClr val="FFCF85">
                        <a:alpha val="36080"/>
                      </a:srgbClr>
                    </a:solidFill>
                  </a:tcPr>
                </a:tc>
              </a:tr>
              <a:tr h="43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According to Puritan beliefs, who had a more difficult life, girls or boys, and why?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</a:rPr>
                        <a:t>Insert text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FFCF85">
                        <a:alpha val="36080"/>
                      </a:srgbClr>
                    </a:solidFill>
                  </a:tcPr>
                </a:tc>
              </a:tr>
              <a:tr h="43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Link (Cite Your Source):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</a:rPr>
                        <a:t>Insert link</a:t>
                      </a:r>
                      <a:endParaRPr sz="9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F85">
                        <a:alpha val="36080"/>
                      </a:srgbClr>
                    </a:solidFill>
                  </a:tcPr>
                </a:tc>
              </a:tr>
              <a:tr h="43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What was the title of the book by Cotton Mather that helped incite fears of witchcraft in New England?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</a:rPr>
                        <a:t>Insert text</a:t>
                      </a:r>
                      <a:endParaRPr sz="1200">
                        <a:solidFill>
                          <a:schemeClr val="dk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F85">
                        <a:alpha val="36080"/>
                      </a:srgbClr>
                    </a:solidFill>
                  </a:tcPr>
                </a:tc>
              </a:tr>
              <a:tr h="43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Link (Cite Your Source):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</a:rPr>
                        <a:t>Insert link</a:t>
                      </a:r>
                      <a:endParaRPr sz="900">
                        <a:solidFill>
                          <a:schemeClr val="dk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F85">
                        <a:alpha val="3608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517" name="Google Shape;517;p67" title="images 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2029750"/>
            <a:ext cx="2218950" cy="15707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68"/>
          <p:cNvSpPr txBox="1"/>
          <p:nvPr>
            <p:ph type="title"/>
          </p:nvPr>
        </p:nvSpPr>
        <p:spPr>
          <a:xfrm>
            <a:off x="254710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Context: Puritan Life &amp; Salem Village</a:t>
            </a:r>
            <a:endParaRPr/>
          </a:p>
        </p:txBody>
      </p:sp>
      <p:sp>
        <p:nvSpPr>
          <p:cNvPr id="523" name="Google Shape;523;p68"/>
          <p:cNvSpPr txBox="1"/>
          <p:nvPr>
            <p:ph idx="3" type="subTitle"/>
          </p:nvPr>
        </p:nvSpPr>
        <p:spPr>
          <a:xfrm>
            <a:off x="274950" y="284775"/>
            <a:ext cx="2096400" cy="7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action="ppaction://hlinksldjump" r:id="rId3"/>
              </a:rPr>
              <a:t>Instructions</a:t>
            </a:r>
            <a:r>
              <a:rPr lang="en"/>
              <a:t> | </a:t>
            </a:r>
            <a:r>
              <a:rPr lang="en" u="sng">
                <a:solidFill>
                  <a:schemeClr val="hlink"/>
                </a:solidFill>
                <a:hlinkClick action="ppaction://hlinksldjump" r:id="rId4"/>
              </a:rPr>
              <a:t>Title</a:t>
            </a:r>
            <a:endParaRPr/>
          </a:p>
        </p:txBody>
      </p:sp>
      <p:graphicFrame>
        <p:nvGraphicFramePr>
          <p:cNvPr id="524" name="Google Shape;524;p68"/>
          <p:cNvGraphicFramePr/>
          <p:nvPr/>
        </p:nvGraphicFramePr>
        <p:xfrm>
          <a:off x="2739850" y="1241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{2D0FE3B6-EDA4-4F20-976A-FC1056F27B6C}</a:tableStyleId>
              </a:tblPr>
              <a:tblGrid>
                <a:gridCol w="2950925"/>
                <a:gridCol w="2990275"/>
              </a:tblGrid>
              <a:tr h="48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What divisions or conflicts existed within Salem Village before the witch trials began?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</a:rPr>
                        <a:t>Insert text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FFCF85">
                        <a:alpha val="36080"/>
                      </a:srgbClr>
                    </a:solidFill>
                  </a:tcPr>
                </a:tc>
              </a:tr>
              <a:tr h="43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Link (Cite Your Source):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highlight>
                            <a:srgbClr val="FFFF00"/>
                          </a:highlight>
                        </a:rPr>
                        <a:t>Insert link</a:t>
                      </a:r>
                      <a:endParaRPr sz="900"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>
                    <a:solidFill>
                      <a:srgbClr val="FFCF85">
                        <a:alpha val="36080"/>
                      </a:srgbClr>
                    </a:solidFill>
                  </a:tcPr>
                </a:tc>
              </a:tr>
              <a:tr h="43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Why was the hiring of Reverend Samuel Parris significant for Salem Village?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</a:rPr>
                        <a:t>Insert text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FFCF85">
                        <a:alpha val="36080"/>
                      </a:srgbClr>
                    </a:solidFill>
                  </a:tcPr>
                </a:tc>
              </a:tr>
              <a:tr h="43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Link (Cite Your Source):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</a:rPr>
                        <a:t>Insert link</a:t>
                      </a:r>
                      <a:endParaRPr sz="9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F85">
                        <a:alpha val="36080"/>
                      </a:srgbClr>
                    </a:solidFill>
                  </a:tcPr>
                </a:tc>
              </a:tr>
              <a:tr h="43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What did the Puritans believe about the Devil’s existence and influence in daily life?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</a:rPr>
                        <a:t>Insert text</a:t>
                      </a:r>
                      <a:endParaRPr sz="1200">
                        <a:solidFill>
                          <a:schemeClr val="dk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F85">
                        <a:alpha val="36080"/>
                      </a:srgbClr>
                    </a:solidFill>
                  </a:tcPr>
                </a:tc>
              </a:tr>
              <a:tr h="43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Link (Cite Your Source):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</a:rPr>
                        <a:t>Insert link</a:t>
                      </a:r>
                      <a:endParaRPr sz="900">
                        <a:solidFill>
                          <a:schemeClr val="dk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F85">
                        <a:alpha val="3608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525" name="Google Shape;525;p68" title="images 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2029750"/>
            <a:ext cx="2218950" cy="15707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69"/>
          <p:cNvSpPr txBox="1"/>
          <p:nvPr>
            <p:ph type="title"/>
          </p:nvPr>
        </p:nvSpPr>
        <p:spPr>
          <a:xfrm>
            <a:off x="254710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Context: </a:t>
            </a:r>
            <a:r>
              <a:rPr lang="en"/>
              <a:t>Salem Witch Trials</a:t>
            </a:r>
            <a:endParaRPr/>
          </a:p>
        </p:txBody>
      </p:sp>
      <p:sp>
        <p:nvSpPr>
          <p:cNvPr id="531" name="Google Shape;531;p69"/>
          <p:cNvSpPr txBox="1"/>
          <p:nvPr>
            <p:ph idx="3" type="subTitle"/>
          </p:nvPr>
        </p:nvSpPr>
        <p:spPr>
          <a:xfrm>
            <a:off x="274950" y="284775"/>
            <a:ext cx="2096400" cy="7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action="ppaction://hlinksldjump" r:id="rId3"/>
              </a:rPr>
              <a:t>Instructions</a:t>
            </a:r>
            <a:r>
              <a:rPr lang="en"/>
              <a:t> | </a:t>
            </a:r>
            <a:r>
              <a:rPr lang="en" u="sng">
                <a:solidFill>
                  <a:schemeClr val="hlink"/>
                </a:solidFill>
                <a:hlinkClick action="ppaction://hlinksldjump" r:id="rId4"/>
              </a:rPr>
              <a:t>Title</a:t>
            </a:r>
            <a:endParaRPr/>
          </a:p>
        </p:txBody>
      </p:sp>
      <p:graphicFrame>
        <p:nvGraphicFramePr>
          <p:cNvPr id="532" name="Google Shape;532;p69"/>
          <p:cNvGraphicFramePr/>
          <p:nvPr/>
        </p:nvGraphicFramePr>
        <p:xfrm>
          <a:off x="2739850" y="1241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{2D0FE3B6-EDA4-4F20-976A-FC1056F27B6C}</a:tableStyleId>
              </a:tblPr>
              <a:tblGrid>
                <a:gridCol w="2950925"/>
                <a:gridCol w="2990275"/>
              </a:tblGrid>
              <a:tr h="43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Who was known as the “Man of Iron,” and how did he receive this nickname?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</a:rPr>
                        <a:t>Insert text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FFCF85">
                        <a:alpha val="36080"/>
                      </a:srgbClr>
                    </a:solidFill>
                  </a:tcPr>
                </a:tc>
              </a:tr>
              <a:tr h="43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Link (Cite Your Source):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</a:rPr>
                        <a:t>Insert link</a:t>
                      </a:r>
                      <a:endParaRPr sz="9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F85">
                        <a:alpha val="36080"/>
                      </a:srgbClr>
                    </a:solidFill>
                  </a:tcPr>
                </a:tc>
              </a:tr>
              <a:tr h="43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On what four dates did public hangings take place during the Salem witch trials?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</a:rPr>
                        <a:t>Insert text</a:t>
                      </a:r>
                      <a:endParaRPr sz="1200">
                        <a:solidFill>
                          <a:schemeClr val="dk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F85">
                        <a:alpha val="36080"/>
                      </a:srgbClr>
                    </a:solidFill>
                  </a:tcPr>
                </a:tc>
              </a:tr>
              <a:tr h="43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Link (Cite Your Source):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</a:rPr>
                        <a:t>Insert link</a:t>
                      </a:r>
                      <a:endParaRPr sz="900">
                        <a:solidFill>
                          <a:schemeClr val="dk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F85">
                        <a:alpha val="3608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533" name="Google Shape;533;p69" title="images (2)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3675" y="2229875"/>
            <a:ext cx="2218950" cy="14447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70"/>
          <p:cNvSpPr txBox="1"/>
          <p:nvPr>
            <p:ph type="title"/>
          </p:nvPr>
        </p:nvSpPr>
        <p:spPr>
          <a:xfrm>
            <a:off x="254710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Context: Salem Witch Trials</a:t>
            </a:r>
            <a:endParaRPr/>
          </a:p>
        </p:txBody>
      </p:sp>
      <p:sp>
        <p:nvSpPr>
          <p:cNvPr id="539" name="Google Shape;539;p70"/>
          <p:cNvSpPr txBox="1"/>
          <p:nvPr>
            <p:ph idx="3" type="subTitle"/>
          </p:nvPr>
        </p:nvSpPr>
        <p:spPr>
          <a:xfrm>
            <a:off x="274950" y="284775"/>
            <a:ext cx="2096400" cy="7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action="ppaction://hlinksldjump" r:id="rId3"/>
              </a:rPr>
              <a:t>Instructions</a:t>
            </a:r>
            <a:r>
              <a:rPr lang="en"/>
              <a:t> | </a:t>
            </a:r>
            <a:r>
              <a:rPr lang="en" u="sng">
                <a:solidFill>
                  <a:schemeClr val="hlink"/>
                </a:solidFill>
                <a:hlinkClick action="ppaction://hlinksldjump" r:id="rId4"/>
              </a:rPr>
              <a:t>Title</a:t>
            </a:r>
            <a:endParaRPr/>
          </a:p>
        </p:txBody>
      </p:sp>
      <p:graphicFrame>
        <p:nvGraphicFramePr>
          <p:cNvPr id="540" name="Google Shape;540;p70"/>
          <p:cNvGraphicFramePr/>
          <p:nvPr/>
        </p:nvGraphicFramePr>
        <p:xfrm>
          <a:off x="2739850" y="1241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{2D0FE3B6-EDA4-4F20-976A-FC1056F27B6C}</a:tableStyleId>
              </a:tblPr>
              <a:tblGrid>
                <a:gridCol w="2950925"/>
                <a:gridCol w="2990275"/>
              </a:tblGrid>
              <a:tr h="48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What choices or options were available to people accused of witchcraft, and what were the risks or benefits of one of those options?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</a:rPr>
                        <a:t>Insert text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FFCF85">
                        <a:alpha val="36080"/>
                      </a:srgbClr>
                    </a:solidFill>
                  </a:tcPr>
                </a:tc>
              </a:tr>
              <a:tr h="43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Link (Cite Your Source):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highlight>
                            <a:srgbClr val="FFFF00"/>
                          </a:highlight>
                        </a:rPr>
                        <a:t>Insert link</a:t>
                      </a:r>
                      <a:endParaRPr sz="900"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>
                    <a:solidFill>
                      <a:srgbClr val="FFCF85">
                        <a:alpha val="36080"/>
                      </a:srgbClr>
                    </a:solidFill>
                  </a:tcPr>
                </a:tc>
              </a:tr>
              <a:tr h="43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What were “witches’ marks,” and how were they used as evidence in the trials?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</a:rPr>
                        <a:t>Insert text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FFCF85">
                        <a:alpha val="36080"/>
                      </a:srgbClr>
                    </a:solidFill>
                  </a:tcPr>
                </a:tc>
              </a:tr>
              <a:tr h="43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Link (Cite Your Source):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</a:rPr>
                        <a:t>Insert link</a:t>
                      </a:r>
                      <a:endParaRPr sz="9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F85">
                        <a:alpha val="36080"/>
                      </a:srgbClr>
                    </a:solidFill>
                  </a:tcPr>
                </a:tc>
              </a:tr>
              <a:tr h="43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What were two main reasons the hysteria came to an end in Salem?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</a:rPr>
                        <a:t>Insert text</a:t>
                      </a:r>
                      <a:endParaRPr sz="1200">
                        <a:solidFill>
                          <a:schemeClr val="dk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F85">
                        <a:alpha val="36080"/>
                      </a:srgbClr>
                    </a:solidFill>
                  </a:tcPr>
                </a:tc>
              </a:tr>
              <a:tr h="43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Link (Cite Your Source):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</a:rPr>
                        <a:t>Insert link</a:t>
                      </a:r>
                      <a:endParaRPr sz="900">
                        <a:solidFill>
                          <a:schemeClr val="dk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F85">
                        <a:alpha val="3608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541" name="Google Shape;541;p70" title="images (2)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3675" y="2229875"/>
            <a:ext cx="2218950" cy="14447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71"/>
          <p:cNvSpPr txBox="1"/>
          <p:nvPr>
            <p:ph type="title"/>
          </p:nvPr>
        </p:nvSpPr>
        <p:spPr>
          <a:xfrm>
            <a:off x="254710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Context: Ergot Theory</a:t>
            </a:r>
            <a:endParaRPr/>
          </a:p>
        </p:txBody>
      </p:sp>
      <p:sp>
        <p:nvSpPr>
          <p:cNvPr id="547" name="Google Shape;547;p71"/>
          <p:cNvSpPr txBox="1"/>
          <p:nvPr>
            <p:ph idx="3" type="subTitle"/>
          </p:nvPr>
        </p:nvSpPr>
        <p:spPr>
          <a:xfrm>
            <a:off x="274950" y="284775"/>
            <a:ext cx="2096400" cy="7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action="ppaction://hlinksldjump" r:id="rId3"/>
              </a:rPr>
              <a:t>Instructions</a:t>
            </a:r>
            <a:r>
              <a:rPr lang="en"/>
              <a:t> | </a:t>
            </a:r>
            <a:r>
              <a:rPr lang="en" u="sng">
                <a:solidFill>
                  <a:schemeClr val="hlink"/>
                </a:solidFill>
                <a:hlinkClick action="ppaction://hlinksldjump" r:id="rId4"/>
              </a:rPr>
              <a:t>Title</a:t>
            </a:r>
            <a:endParaRPr/>
          </a:p>
        </p:txBody>
      </p:sp>
      <p:graphicFrame>
        <p:nvGraphicFramePr>
          <p:cNvPr id="548" name="Google Shape;548;p71"/>
          <p:cNvGraphicFramePr/>
          <p:nvPr/>
        </p:nvGraphicFramePr>
        <p:xfrm>
          <a:off x="2739850" y="1241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{2D0FE3B6-EDA4-4F20-976A-FC1056F27B6C}</a:tableStyleId>
              </a:tblPr>
              <a:tblGrid>
                <a:gridCol w="2950925"/>
                <a:gridCol w="2990275"/>
              </a:tblGrid>
              <a:tr h="48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What is ergot, and how can it contaminate rye or grain?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</a:rPr>
                        <a:t>Insert text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FFCF85">
                        <a:alpha val="36080"/>
                      </a:srgbClr>
                    </a:solidFill>
                  </a:tcPr>
                </a:tc>
              </a:tr>
              <a:tr h="43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Link (Cite Your Source):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highlight>
                            <a:srgbClr val="FFFF00"/>
                          </a:highlight>
                        </a:rPr>
                        <a:t>Insert link</a:t>
                      </a:r>
                      <a:endParaRPr sz="900"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>
                    <a:solidFill>
                      <a:srgbClr val="FFCF85">
                        <a:alpha val="36080"/>
                      </a:srgbClr>
                    </a:solidFill>
                  </a:tcPr>
                </a:tc>
              </a:tr>
              <a:tr h="43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How does the ergot poisoning theory attempt to explain the Salem witch trials?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</a:rPr>
                        <a:t>Insert text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FFCF85">
                        <a:alpha val="36080"/>
                      </a:srgbClr>
                    </a:solidFill>
                  </a:tcPr>
                </a:tc>
              </a:tr>
              <a:tr h="43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Link (Cite Your Source):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</a:rPr>
                        <a:t>Insert link</a:t>
                      </a:r>
                      <a:endParaRPr sz="9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F85">
                        <a:alpha val="36080"/>
                      </a:srgbClr>
                    </a:solidFill>
                  </a:tcPr>
                </a:tc>
              </a:tr>
              <a:tr h="43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What types of behaviors were displayed by the afflicted girls during the Salem witch trials?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</a:rPr>
                        <a:t>Insert text</a:t>
                      </a:r>
                      <a:endParaRPr sz="1200">
                        <a:solidFill>
                          <a:schemeClr val="dk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F85">
                        <a:alpha val="36080"/>
                      </a:srgbClr>
                    </a:solidFill>
                  </a:tcPr>
                </a:tc>
              </a:tr>
              <a:tr h="43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Link (Cite Your Source):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</a:rPr>
                        <a:t>Insert link</a:t>
                      </a:r>
                      <a:endParaRPr sz="900">
                        <a:solidFill>
                          <a:schemeClr val="dk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F85">
                        <a:alpha val="3608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549" name="Google Shape;549;p71" title="img218_b_60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4325" y="2217513"/>
            <a:ext cx="2096400" cy="14694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72"/>
          <p:cNvSpPr txBox="1"/>
          <p:nvPr>
            <p:ph type="title"/>
          </p:nvPr>
        </p:nvSpPr>
        <p:spPr>
          <a:xfrm>
            <a:off x="254710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Context: Ergot Theory</a:t>
            </a:r>
            <a:endParaRPr/>
          </a:p>
        </p:txBody>
      </p:sp>
      <p:sp>
        <p:nvSpPr>
          <p:cNvPr id="555" name="Google Shape;555;p72"/>
          <p:cNvSpPr txBox="1"/>
          <p:nvPr>
            <p:ph idx="3" type="subTitle"/>
          </p:nvPr>
        </p:nvSpPr>
        <p:spPr>
          <a:xfrm>
            <a:off x="274950" y="284775"/>
            <a:ext cx="2096400" cy="7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action="ppaction://hlinksldjump" r:id="rId3"/>
              </a:rPr>
              <a:t>Instructions</a:t>
            </a:r>
            <a:r>
              <a:rPr lang="en"/>
              <a:t> | </a:t>
            </a:r>
            <a:r>
              <a:rPr lang="en" u="sng">
                <a:solidFill>
                  <a:schemeClr val="hlink"/>
                </a:solidFill>
                <a:hlinkClick action="ppaction://hlinksldjump" r:id="rId4"/>
              </a:rPr>
              <a:t>Title</a:t>
            </a:r>
            <a:endParaRPr/>
          </a:p>
        </p:txBody>
      </p:sp>
      <p:graphicFrame>
        <p:nvGraphicFramePr>
          <p:cNvPr id="556" name="Google Shape;556;p72"/>
          <p:cNvGraphicFramePr/>
          <p:nvPr/>
        </p:nvGraphicFramePr>
        <p:xfrm>
          <a:off x="2739850" y="1241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{2D0FE3B6-EDA4-4F20-976A-FC1056F27B6C}</a:tableStyleId>
              </a:tblPr>
              <a:tblGrid>
                <a:gridCol w="2950925"/>
                <a:gridCol w="2990275"/>
              </a:tblGrid>
              <a:tr h="48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What are the physical and psychological side effects of ergot poisoning?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</a:rPr>
                        <a:t>Insert text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FFCF85">
                        <a:alpha val="36080"/>
                      </a:srgbClr>
                    </a:solidFill>
                  </a:tcPr>
                </a:tc>
              </a:tr>
              <a:tr h="43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Link (Cite Your Source):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highlight>
                            <a:srgbClr val="FFFF00"/>
                          </a:highlight>
                        </a:rPr>
                        <a:t>Insert link</a:t>
                      </a:r>
                      <a:endParaRPr sz="900"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>
                    <a:solidFill>
                      <a:srgbClr val="FFCF85">
                        <a:alpha val="36080"/>
                      </a:srgbClr>
                    </a:solidFill>
                  </a:tcPr>
                </a:tc>
              </a:tr>
              <a:tr h="43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Who first suggested a connection between ergotism and the Salem witch trials?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</a:rPr>
                        <a:t>Insert text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FFCF85">
                        <a:alpha val="36080"/>
                      </a:srgbClr>
                    </a:solidFill>
                  </a:tcPr>
                </a:tc>
              </a:tr>
              <a:tr h="43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Link (Cite Your Source):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</a:rPr>
                        <a:t>Insert link</a:t>
                      </a:r>
                      <a:endParaRPr sz="9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F85">
                        <a:alpha val="36080"/>
                      </a:srgbClr>
                    </a:solidFill>
                  </a:tcPr>
                </a:tc>
              </a:tr>
              <a:tr h="43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In what decade was the ergot theory first proposed?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</a:rPr>
                        <a:t>Insert text</a:t>
                      </a:r>
                      <a:endParaRPr sz="1200">
                        <a:solidFill>
                          <a:schemeClr val="dk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F85">
                        <a:alpha val="36080"/>
                      </a:srgbClr>
                    </a:solidFill>
                  </a:tcPr>
                </a:tc>
              </a:tr>
              <a:tr h="43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Link (Cite Your Source):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</a:rPr>
                        <a:t>Insert link</a:t>
                      </a:r>
                      <a:endParaRPr sz="900">
                        <a:solidFill>
                          <a:schemeClr val="dk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F85">
                        <a:alpha val="3608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557" name="Google Shape;557;p72" title="img218_b_60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4325" y="2217513"/>
            <a:ext cx="2096400" cy="14694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73"/>
          <p:cNvSpPr txBox="1"/>
          <p:nvPr>
            <p:ph type="title"/>
          </p:nvPr>
        </p:nvSpPr>
        <p:spPr>
          <a:xfrm>
            <a:off x="254710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Context: Salem Witch Museum</a:t>
            </a:r>
            <a:endParaRPr/>
          </a:p>
        </p:txBody>
      </p:sp>
      <p:sp>
        <p:nvSpPr>
          <p:cNvPr id="563" name="Google Shape;563;p73"/>
          <p:cNvSpPr txBox="1"/>
          <p:nvPr>
            <p:ph idx="3" type="subTitle"/>
          </p:nvPr>
        </p:nvSpPr>
        <p:spPr>
          <a:xfrm>
            <a:off x="274950" y="284775"/>
            <a:ext cx="2096400" cy="7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action="ppaction://hlinksldjump" r:id="rId3"/>
              </a:rPr>
              <a:t>Instructions</a:t>
            </a:r>
            <a:r>
              <a:rPr lang="en"/>
              <a:t> | </a:t>
            </a:r>
            <a:r>
              <a:rPr lang="en" u="sng">
                <a:solidFill>
                  <a:schemeClr val="hlink"/>
                </a:solidFill>
                <a:hlinkClick action="ppaction://hlinksldjump" r:id="rId4"/>
              </a:rPr>
              <a:t>Title</a:t>
            </a:r>
            <a:endParaRPr/>
          </a:p>
        </p:txBody>
      </p:sp>
      <p:graphicFrame>
        <p:nvGraphicFramePr>
          <p:cNvPr id="564" name="Google Shape;564;p73"/>
          <p:cNvGraphicFramePr/>
          <p:nvPr/>
        </p:nvGraphicFramePr>
        <p:xfrm>
          <a:off x="2739850" y="1241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{2D0FE3B6-EDA4-4F20-976A-FC1056F27B6C}</a:tableStyleId>
              </a:tblPr>
              <a:tblGrid>
                <a:gridCol w="2950925"/>
                <a:gridCol w="2990275"/>
              </a:tblGrid>
              <a:tr h="48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The daughter and niece of whom became sick in 1692?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</a:rPr>
                        <a:t>Insert text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FFCF85">
                        <a:alpha val="36080"/>
                      </a:srgbClr>
                    </a:solidFill>
                  </a:tcPr>
                </a:tc>
              </a:tr>
              <a:tr h="43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Link (Cite Your Source):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https://salemwitchmuseum.com/my-account/history-education/</a:t>
                      </a:r>
                      <a:endParaRPr sz="900"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</a:tr>
              <a:tr h="43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How many people died because of the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 Salem witch trials?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</a:rPr>
                        <a:t>__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 women and </a:t>
                      </a: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</a:rPr>
                        <a:t>__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 men were hanged, </a:t>
                      </a: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</a:rPr>
                        <a:t>__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 man was tortured to death, and at least </a:t>
                      </a: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</a:rPr>
                        <a:t>__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 people perished in prison.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FFCF85">
                        <a:alpha val="36080"/>
                      </a:srgbClr>
                    </a:solidFill>
                  </a:tcPr>
                </a:tc>
              </a:tr>
              <a:tr h="43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Link (Cite Your Source):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https://salemwitchmuseum.com/my-account/history-education/</a:t>
                      </a:r>
                      <a:endParaRPr sz="9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pic>
        <p:nvPicPr>
          <p:cNvPr id="565" name="Google Shape;565;p73" title="Salem_Witch_Museum,_January_2021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3675" y="2028675"/>
            <a:ext cx="2218952" cy="1664225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73"/>
          <p:cNvSpPr txBox="1"/>
          <p:nvPr/>
        </p:nvSpPr>
        <p:spPr>
          <a:xfrm>
            <a:off x="197825" y="3758700"/>
            <a:ext cx="22191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u="sng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6"/>
              </a:rPr>
              <a:t>Salem Witch Museum</a:t>
            </a:r>
            <a:r>
              <a:rPr lang="en" sz="1600">
                <a:latin typeface="DM Sans"/>
                <a:ea typeface="DM Sans"/>
                <a:cs typeface="DM Sans"/>
                <a:sym typeface="DM Sans"/>
              </a:rPr>
              <a:t> </a:t>
            </a:r>
            <a:endParaRPr sz="160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74"/>
          <p:cNvSpPr txBox="1"/>
          <p:nvPr>
            <p:ph type="title"/>
          </p:nvPr>
        </p:nvSpPr>
        <p:spPr>
          <a:xfrm>
            <a:off x="2547100" y="327125"/>
            <a:ext cx="6326700" cy="66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Context: Salem Witch Museum</a:t>
            </a:r>
            <a:endParaRPr/>
          </a:p>
        </p:txBody>
      </p:sp>
      <p:sp>
        <p:nvSpPr>
          <p:cNvPr id="572" name="Google Shape;572;p74"/>
          <p:cNvSpPr txBox="1"/>
          <p:nvPr>
            <p:ph idx="3" type="subTitle"/>
          </p:nvPr>
        </p:nvSpPr>
        <p:spPr>
          <a:xfrm>
            <a:off x="274950" y="284775"/>
            <a:ext cx="2096400" cy="70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action="ppaction://hlinksldjump" r:id="rId3"/>
              </a:rPr>
              <a:t>Instructions</a:t>
            </a:r>
            <a:r>
              <a:rPr lang="en"/>
              <a:t> | </a:t>
            </a:r>
            <a:r>
              <a:rPr lang="en" u="sng">
                <a:solidFill>
                  <a:schemeClr val="hlink"/>
                </a:solidFill>
                <a:hlinkClick action="ppaction://hlinksldjump" r:id="rId4"/>
              </a:rPr>
              <a:t>Title</a:t>
            </a:r>
            <a:endParaRPr/>
          </a:p>
        </p:txBody>
      </p:sp>
      <p:graphicFrame>
        <p:nvGraphicFramePr>
          <p:cNvPr id="573" name="Google Shape;573;p74"/>
          <p:cNvGraphicFramePr/>
          <p:nvPr/>
        </p:nvGraphicFramePr>
        <p:xfrm>
          <a:off x="2739850" y="1241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{2D0FE3B6-EDA4-4F20-976A-FC1056F27B6C}</a:tableStyleId>
              </a:tblPr>
              <a:tblGrid>
                <a:gridCol w="2950925"/>
                <a:gridCol w="2990275"/>
              </a:tblGrid>
              <a:tr h="43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What four factors “created a fertile ground for fear and suspicion” in the Massachusetts Bay Colony, according to the article?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The four factors are </a:t>
                      </a: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</a:rPr>
                        <a:t>__________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, </a:t>
                      </a: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</a:rPr>
                        <a:t>__________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, </a:t>
                      </a: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</a:rPr>
                        <a:t>__________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, and </a:t>
                      </a: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</a:rPr>
                        <a:t>__________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. </a:t>
                      </a:r>
                      <a:endParaRPr sz="1200"/>
                    </a:p>
                  </a:txBody>
                  <a:tcPr marT="91425" marB="91425" marR="91425" marL="91425">
                    <a:solidFill>
                      <a:srgbClr val="FFCF85">
                        <a:alpha val="36080"/>
                      </a:srgbClr>
                    </a:solidFill>
                  </a:tcPr>
                </a:tc>
              </a:tr>
              <a:tr h="43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Link (Cite Your Source):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https://salemwitchmuseum.com/my-account/history-education/</a:t>
                      </a:r>
                      <a:endParaRPr sz="9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43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A “belief in the power of the accused to use their invisible shapes or spectres to torture their victims” is known as what type of evidence?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</a:rPr>
                        <a:t>Insert text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F85">
                        <a:alpha val="36080"/>
                      </a:srgbClr>
                    </a:solidFill>
                  </a:tcPr>
                </a:tc>
              </a:tr>
              <a:tr h="43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Link (Cite Your Source):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https://salemwitchmuseum.com/my-account/history-education/</a:t>
                      </a:r>
                      <a:endParaRPr sz="900">
                        <a:solidFill>
                          <a:schemeClr val="dk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pic>
        <p:nvPicPr>
          <p:cNvPr id="574" name="Google Shape;574;p74" title="Salem_Witch_Museum,_January_2021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3675" y="2028675"/>
            <a:ext cx="2218952" cy="1664225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74"/>
          <p:cNvSpPr txBox="1"/>
          <p:nvPr/>
        </p:nvSpPr>
        <p:spPr>
          <a:xfrm>
            <a:off x="197825" y="3758700"/>
            <a:ext cx="2219100" cy="5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u="sng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6"/>
              </a:rPr>
              <a:t>Salem Witch Museum</a:t>
            </a:r>
            <a:r>
              <a:rPr lang="en" sz="1600">
                <a:latin typeface="DM Sans"/>
                <a:ea typeface="DM Sans"/>
                <a:cs typeface="DM Sans"/>
                <a:sym typeface="DM Sans"/>
              </a:rPr>
              <a:t> </a:t>
            </a:r>
            <a:endParaRPr sz="160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75"/>
          <p:cNvSpPr txBox="1"/>
          <p:nvPr>
            <p:ph type="title"/>
          </p:nvPr>
        </p:nvSpPr>
        <p:spPr>
          <a:xfrm>
            <a:off x="274725" y="312763"/>
            <a:ext cx="8598900" cy="247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/>
              <a:t>The Crucible</a:t>
            </a:r>
            <a:endParaRPr i="1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Webquest</a:t>
            </a:r>
            <a:endParaRPr/>
          </a:p>
        </p:txBody>
      </p:sp>
      <p:sp>
        <p:nvSpPr>
          <p:cNvPr id="581" name="Google Shape;581;p75"/>
          <p:cNvSpPr txBox="1"/>
          <p:nvPr>
            <p:ph idx="1" type="subTitle"/>
          </p:nvPr>
        </p:nvSpPr>
        <p:spPr>
          <a:xfrm>
            <a:off x="274725" y="2971100"/>
            <a:ext cx="4213200" cy="131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Miller, McCarthyism, and Massachusetts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76"/>
          <p:cNvSpPr txBox="1"/>
          <p:nvPr>
            <p:ph idx="1" type="body"/>
          </p:nvPr>
        </p:nvSpPr>
        <p:spPr>
          <a:xfrm>
            <a:off x="496350" y="1288025"/>
            <a:ext cx="3754200" cy="35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</a:rPr>
              <a:t>Search (using Google or another search engine) for the answer to each question;</a:t>
            </a:r>
            <a:endParaRPr sz="1600">
              <a:solidFill>
                <a:schemeClr val="dk1"/>
              </a:solidFill>
            </a:endParaRPr>
          </a:p>
          <a:p>
            <a:pPr indent="-330200" lvl="1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LcPeriod"/>
            </a:pPr>
            <a:r>
              <a:rPr lang="en" sz="1600">
                <a:solidFill>
                  <a:schemeClr val="dk1"/>
                </a:solidFill>
              </a:rPr>
              <a:t>Choose answers only from reliable, academic sources (such as universities, government websites, museums, libraries, or established organizations); and</a:t>
            </a:r>
            <a:endParaRPr sz="1600">
              <a:solidFill>
                <a:schemeClr val="dk1"/>
              </a:solidFill>
            </a:endParaRPr>
          </a:p>
          <a:p>
            <a:pPr indent="-330200" lvl="1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LcPeriod"/>
            </a:pPr>
            <a:r>
              <a:rPr lang="en" sz="1600">
                <a:solidFill>
                  <a:schemeClr val="dk1"/>
                </a:solidFill>
              </a:rPr>
              <a:t>Do not use Wikipedia, AI-generated content, or informal blogs.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</a:rPr>
              <a:t>Record your answer in the table. Write it in your own words (do not copy/paste full sentences);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587" name="Google Shape;587;p76"/>
          <p:cNvSpPr txBox="1"/>
          <p:nvPr>
            <p:ph type="title"/>
          </p:nvPr>
        </p:nvSpPr>
        <p:spPr>
          <a:xfrm>
            <a:off x="272650" y="327115"/>
            <a:ext cx="8601300" cy="84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INSTRUCTIONS</a:t>
            </a:r>
            <a:endParaRPr/>
          </a:p>
        </p:txBody>
      </p:sp>
      <p:sp>
        <p:nvSpPr>
          <p:cNvPr id="588" name="Google Shape;588;p76"/>
          <p:cNvSpPr txBox="1"/>
          <p:nvPr>
            <p:ph idx="1" type="body"/>
          </p:nvPr>
        </p:nvSpPr>
        <p:spPr>
          <a:xfrm>
            <a:off x="4797975" y="1421825"/>
            <a:ext cx="3754200" cy="336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</a:rPr>
              <a:t>Copy the web address (URL) from the address bar (CTRL+C).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</a:rPr>
              <a:t>Paste the web address into the cell next to “Link (Cite Your Source)” using CTRL+SHIFT+V (to paste without formatting).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roup/Class Project #1">
  <a:themeElements>
    <a:clrScheme name="Simple Light">
      <a:dk1>
        <a:srgbClr val="000000"/>
      </a:dk1>
      <a:lt1>
        <a:srgbClr val="D2DE9C"/>
      </a:lt1>
      <a:dk2>
        <a:srgbClr val="F3DFA5"/>
      </a:dk2>
      <a:lt2>
        <a:srgbClr val="DBEFF1"/>
      </a:lt2>
      <a:accent1>
        <a:srgbClr val="FD5E48"/>
      </a:accent1>
      <a:accent2>
        <a:srgbClr val="E6C2DE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58CF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