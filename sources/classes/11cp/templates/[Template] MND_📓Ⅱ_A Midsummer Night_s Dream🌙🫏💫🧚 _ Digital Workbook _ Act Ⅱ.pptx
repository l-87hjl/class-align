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058400" cx="77724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d1c8781d_0_3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d1c8781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dd1c8781d_0_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dd1c8781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dd1c8781d_0_4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dd1c8781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dd1c8781d_0_4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dd1c8781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04afac334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04afac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04afac334_0_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04afac33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052050" y="5539725"/>
            <a:ext cx="205500" cy="1905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846600" y="593460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305825" y="566400"/>
            <a:ext cx="5135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94000" y="1546550"/>
            <a:ext cx="27843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2800" y="3496600"/>
            <a:ext cx="1954500" cy="20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 rot="5400000">
            <a:off x="2500375" y="4444125"/>
            <a:ext cx="1767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3"/>
          <p:cNvSpPr txBox="1"/>
          <p:nvPr/>
        </p:nvSpPr>
        <p:spPr>
          <a:xfrm rot="5400000">
            <a:off x="1863625" y="4196450"/>
            <a:ext cx="19581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005550" y="3277300"/>
            <a:ext cx="3343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57275" y="4115875"/>
            <a:ext cx="3343800" cy="14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957275" y="6651175"/>
            <a:ext cx="1485900" cy="14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771650" y="7213275"/>
            <a:ext cx="1636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771650" y="7608150"/>
            <a:ext cx="1636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135450" y="8462875"/>
            <a:ext cx="31221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003150" y="7608150"/>
            <a:ext cx="25965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52800" y="9255725"/>
            <a:ext cx="33438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96925" y="5730225"/>
            <a:ext cx="3173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496925" y="6058200"/>
            <a:ext cx="3173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96925" y="6361388"/>
            <a:ext cx="3173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7252700" y="104980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7252700" y="193797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3962225" y="7391325"/>
            <a:ext cx="214800" cy="1992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318675" y="3881550"/>
            <a:ext cx="214800" cy="1992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446775" y="4743600"/>
            <a:ext cx="3173700" cy="29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90475" y="2485975"/>
            <a:ext cx="11232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053825" y="2485975"/>
            <a:ext cx="11232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465800" y="2485975"/>
            <a:ext cx="11232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6290425" y="2485975"/>
            <a:ext cx="11232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3962225" y="3641825"/>
            <a:ext cx="36213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005950" y="5257400"/>
            <a:ext cx="36213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3962225" y="5790075"/>
            <a:ext cx="3621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886200" y="6699850"/>
            <a:ext cx="704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4590300" y="6699850"/>
            <a:ext cx="704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351300" y="6699850"/>
            <a:ext cx="704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6055400" y="6699850"/>
            <a:ext cx="704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816400" y="6699850"/>
            <a:ext cx="704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127725" y="8181675"/>
            <a:ext cx="1878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127725" y="8468475"/>
            <a:ext cx="1878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176650" y="9127725"/>
            <a:ext cx="40761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646800" y="7986700"/>
            <a:ext cx="9753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7261075" y="87422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7261075" y="131927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7261075" y="169740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261075" y="207552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4760350" y="1985500"/>
            <a:ext cx="230400" cy="213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2279000" y="264792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147050" y="771665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6325" y="350725"/>
            <a:ext cx="4314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45125" y="1168123"/>
            <a:ext cx="1806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553475" y="1126825"/>
            <a:ext cx="1307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45125" y="1571875"/>
            <a:ext cx="41157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164300" y="2401500"/>
            <a:ext cx="42552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23425" y="3691025"/>
            <a:ext cx="27702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218900" y="3817399"/>
            <a:ext cx="41157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87750" y="5643750"/>
            <a:ext cx="33600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82225" y="5284225"/>
            <a:ext cx="26190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76325" y="7344850"/>
            <a:ext cx="46665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76325" y="8283200"/>
            <a:ext cx="46665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76325" y="9221550"/>
            <a:ext cx="46665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07050" y="8678900"/>
            <a:ext cx="16275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3690875" y="292270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7204425" y="292270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3690875" y="536605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204425" y="536605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3690875" y="780940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204425" y="780940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6325" y="401325"/>
            <a:ext cx="4725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305300" y="2501875"/>
            <a:ext cx="271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763725" y="3632525"/>
            <a:ext cx="3258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4835600" y="2501875"/>
            <a:ext cx="271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4294025" y="3632525"/>
            <a:ext cx="3258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305300" y="4953600"/>
            <a:ext cx="271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63725" y="6084250"/>
            <a:ext cx="3258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835600" y="4953600"/>
            <a:ext cx="271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294025" y="6084250"/>
            <a:ext cx="3258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305300" y="7371825"/>
            <a:ext cx="271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63725" y="8502475"/>
            <a:ext cx="3258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835600" y="7371825"/>
            <a:ext cx="271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4294025" y="8502475"/>
            <a:ext cx="3258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748250" y="484550"/>
            <a:ext cx="6870000" cy="9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272100" y="510050"/>
            <a:ext cx="6870000" cy="6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