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058400" cx="7772400"/>
  <p:notesSz cx="6858000" cy="9144000"/>
  <p:embeddedFontLst>
    <p:embeddedFont>
      <p:font typeface="Helvetica Neue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HelveticaNeue-bold.fntdata"/><Relationship Id="rId12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dd1c8781d_0_2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dd1c8781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5dd1c8781d_0_2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5dd1c8781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5dd1c8781d_0_2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5dd1c8781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5dd1c8781d_0_3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5dd1c8781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04afac2cb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04afac2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04afac2cb_0_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04afac2c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11575" y="761123"/>
            <a:ext cx="3474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11575" y="1306523"/>
            <a:ext cx="3474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11575" y="1843523"/>
            <a:ext cx="3474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560575" y="761125"/>
            <a:ext cx="27804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453775" y="1764200"/>
            <a:ext cx="2887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613975" y="2570925"/>
            <a:ext cx="27804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507175" y="3475825"/>
            <a:ext cx="28872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453775" y="4477300"/>
            <a:ext cx="28872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453775" y="5240000"/>
            <a:ext cx="28872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560575" y="6144900"/>
            <a:ext cx="27804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415750" y="7434400"/>
            <a:ext cx="26913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37125" y="9167050"/>
            <a:ext cx="21708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476625" y="9167050"/>
            <a:ext cx="21708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716125" y="9167050"/>
            <a:ext cx="21708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305825" y="7559050"/>
            <a:ext cx="17928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2205675" y="7559050"/>
            <a:ext cx="16071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305825" y="6050900"/>
            <a:ext cx="35805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411575" y="4230700"/>
            <a:ext cx="33678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279625" y="3273275"/>
            <a:ext cx="22821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279625" y="2890575"/>
            <a:ext cx="2282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305825" y="5297946"/>
            <a:ext cx="201300" cy="1869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6540125" y="1677597"/>
            <a:ext cx="207300" cy="1923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204300" y="2841697"/>
            <a:ext cx="207300" cy="1923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204300" y="2841697"/>
            <a:ext cx="207300" cy="1923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204300" y="2841697"/>
            <a:ext cx="207300" cy="1923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971775" y="843125"/>
            <a:ext cx="26571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3755950" y="1036775"/>
            <a:ext cx="3861000" cy="57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1677925" y="2753275"/>
            <a:ext cx="21348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3954050" y="2211725"/>
            <a:ext cx="31110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1539600" y="3969900"/>
            <a:ext cx="3000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4690575" y="4030050"/>
            <a:ext cx="23244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1589675" y="4795225"/>
            <a:ext cx="300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4740650" y="4901525"/>
            <a:ext cx="23244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539600" y="5654300"/>
            <a:ext cx="3000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4690575" y="5714450"/>
            <a:ext cx="23244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79650" y="6525750"/>
            <a:ext cx="2764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590275" y="6527375"/>
            <a:ext cx="1356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038650" y="6527375"/>
            <a:ext cx="1356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296200" y="7214900"/>
            <a:ext cx="1737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965625" y="7214900"/>
            <a:ext cx="1356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306025" y="7720350"/>
            <a:ext cx="51270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2306025" y="8126500"/>
            <a:ext cx="51855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36275" y="9087025"/>
            <a:ext cx="6612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3575" y="9465175"/>
            <a:ext cx="6612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6985150" y="4447051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4075" y="1455651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882325" y="388950"/>
            <a:ext cx="55173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999575" y="1360725"/>
            <a:ext cx="1376700" cy="17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608450" y="1663625"/>
            <a:ext cx="1376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541825" y="2526700"/>
            <a:ext cx="17157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3952625" y="3431625"/>
            <a:ext cx="3229500" cy="7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336475" y="3007100"/>
            <a:ext cx="32295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977150" y="3786575"/>
            <a:ext cx="1588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398800" y="4363250"/>
            <a:ext cx="1483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34150" y="5343400"/>
            <a:ext cx="1483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2208575" y="4363250"/>
            <a:ext cx="1483500" cy="18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71725" y="8800350"/>
            <a:ext cx="29943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23475" y="9387525"/>
            <a:ext cx="29943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145725" y="8996450"/>
            <a:ext cx="29943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4145725" y="8053550"/>
            <a:ext cx="29943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194650" y="6632950"/>
            <a:ext cx="2146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4595775" y="6973600"/>
            <a:ext cx="228600" cy="2121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3899225" y="5204240"/>
            <a:ext cx="34419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846425" y="5810975"/>
            <a:ext cx="34419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1926700" y="2565776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1926700" y="3495776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1926700" y="4425776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1926700" y="5355776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1926700" y="6285776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50000" y="449350"/>
            <a:ext cx="46923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2809400" y="1922800"/>
            <a:ext cx="46923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2809400" y="2818375"/>
            <a:ext cx="46923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2809400" y="3748375"/>
            <a:ext cx="46923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2809400" y="4678375"/>
            <a:ext cx="46923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2850450" y="5608375"/>
            <a:ext cx="46923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435975" y="7341925"/>
            <a:ext cx="3368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435975" y="8196650"/>
            <a:ext cx="3368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481600" y="9051375"/>
            <a:ext cx="3368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5734250" y="6988100"/>
            <a:ext cx="427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5734250" y="7382900"/>
            <a:ext cx="427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5734250" y="7742500"/>
            <a:ext cx="427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734250" y="8137300"/>
            <a:ext cx="427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5734250" y="8532100"/>
            <a:ext cx="427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5734250" y="8891700"/>
            <a:ext cx="427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5734250" y="9286500"/>
            <a:ext cx="427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/>
        </p:nvSpPr>
        <p:spPr>
          <a:xfrm>
            <a:off x="748250" y="484550"/>
            <a:ext cx="6870000" cy="9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/>
        </p:nvSpPr>
        <p:spPr>
          <a:xfrm>
            <a:off x="272100" y="510050"/>
            <a:ext cx="6870000" cy="6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