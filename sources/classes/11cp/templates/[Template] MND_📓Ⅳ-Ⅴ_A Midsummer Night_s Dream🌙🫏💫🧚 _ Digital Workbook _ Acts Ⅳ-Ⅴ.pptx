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058400" cx="7772400"/>
  <p:notesSz cx="6858000" cy="9144000"/>
  <p:embeddedFontLst>
    <p:embeddedFont>
      <p:font typeface="Helvetica Neue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HelveticaNeue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6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dd1c8781d_0_6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dd1c8781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5dd1c8781d_0_6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5dd1c8781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dd1c8781d_0_6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5dd1c8781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dd1c8781d_0_7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5dd1c8781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5dd1c8781d_0_7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5dd1c8781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04b013e17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04b013e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04b013e17_0_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04b013e1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7396725" y="3884800"/>
            <a:ext cx="245400" cy="2271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4898675" y="2443475"/>
            <a:ext cx="245400" cy="2274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4898675" y="2443475"/>
            <a:ext cx="245400" cy="2274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4898675" y="2443475"/>
            <a:ext cx="245400" cy="2274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2278975" y="8255825"/>
            <a:ext cx="195900" cy="1815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4454750" y="8255825"/>
            <a:ext cx="195900" cy="1815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465600" y="459125"/>
            <a:ext cx="41850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58825" y="2292100"/>
            <a:ext cx="13386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888800" y="2292100"/>
            <a:ext cx="13386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3312050" y="2292100"/>
            <a:ext cx="13386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996575" y="2899800"/>
            <a:ext cx="25701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5274400" y="4477050"/>
            <a:ext cx="22923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502100" y="4357475"/>
            <a:ext cx="2570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3154475" y="4543325"/>
            <a:ext cx="1569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502100" y="5448225"/>
            <a:ext cx="42219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502100" y="5960150"/>
            <a:ext cx="42219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520550" y="6882350"/>
            <a:ext cx="20463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2637800" y="6882350"/>
            <a:ext cx="20463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4898675" y="6170300"/>
            <a:ext cx="27435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117000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4909875" y="6974875"/>
            <a:ext cx="27435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117000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5107900" y="8295375"/>
            <a:ext cx="23754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520550" y="8330725"/>
            <a:ext cx="1068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2671250" y="8330725"/>
            <a:ext cx="1068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494125" y="8844550"/>
            <a:ext cx="20463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2637800" y="8844550"/>
            <a:ext cx="20463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/>
        </p:nvSpPr>
        <p:spPr>
          <a:xfrm>
            <a:off x="2149100" y="416600"/>
            <a:ext cx="53331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345925" y="1419225"/>
            <a:ext cx="32337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4137375" y="1469600"/>
            <a:ext cx="32337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4248500" y="3926175"/>
            <a:ext cx="31227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1125800" y="4905975"/>
            <a:ext cx="31227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4248500" y="5885775"/>
            <a:ext cx="31227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1125800" y="6865575"/>
            <a:ext cx="31227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4248500" y="7794875"/>
            <a:ext cx="31227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4248500" y="8774675"/>
            <a:ext cx="31227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/>
        </p:nvSpPr>
        <p:spPr>
          <a:xfrm>
            <a:off x="547625" y="382600"/>
            <a:ext cx="3533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547625" y="968625"/>
            <a:ext cx="3533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1209525" y="2336875"/>
            <a:ext cx="3050100" cy="14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337800" y="1273425"/>
            <a:ext cx="14778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4388175" y="2403600"/>
            <a:ext cx="1334100" cy="12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986625" y="1273425"/>
            <a:ext cx="14778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6037000" y="2403600"/>
            <a:ext cx="1334100" cy="12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417525" y="4444200"/>
            <a:ext cx="22608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2925100" y="4505825"/>
            <a:ext cx="19638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033050" y="4646400"/>
            <a:ext cx="2474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417525" y="5632025"/>
            <a:ext cx="64014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3715825" y="6745750"/>
            <a:ext cx="3689700" cy="27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2278975" y="831150"/>
            <a:ext cx="276000" cy="2559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374550" y="7856400"/>
            <a:ext cx="195900" cy="1815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5217525" y="8669325"/>
            <a:ext cx="234000" cy="216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6991975" y="159625"/>
            <a:ext cx="195900" cy="1815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3963050" y="734625"/>
            <a:ext cx="35787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3963050" y="1893725"/>
            <a:ext cx="1708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747925" y="1893725"/>
            <a:ext cx="1708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374550" y="2640650"/>
            <a:ext cx="30009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3647350" y="2784550"/>
            <a:ext cx="34521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3647350" y="3681550"/>
            <a:ext cx="3452100" cy="48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484900" y="7025800"/>
            <a:ext cx="969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374550" y="8980725"/>
            <a:ext cx="66174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130175" y="622150"/>
            <a:ext cx="267000" cy="2475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397175" y="1227775"/>
            <a:ext cx="29697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994775" y="1989575"/>
            <a:ext cx="3066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994775" y="2227000"/>
            <a:ext cx="3066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994775" y="2481450"/>
            <a:ext cx="3066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994775" y="2744375"/>
            <a:ext cx="3066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994775" y="3015775"/>
            <a:ext cx="3066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4341525" y="1705775"/>
            <a:ext cx="3030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4341525" y="2037275"/>
            <a:ext cx="3030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4297725" y="2321075"/>
            <a:ext cx="3030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626075" y="4041975"/>
            <a:ext cx="3123600" cy="20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710475" y="6634600"/>
            <a:ext cx="3123600" cy="30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4250925" y="4041975"/>
            <a:ext cx="3350400" cy="30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181325" y="7482150"/>
            <a:ext cx="3350400" cy="24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/>
        </p:nvSpPr>
        <p:spPr>
          <a:xfrm>
            <a:off x="748250" y="484550"/>
            <a:ext cx="6870000" cy="9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/>
        </p:nvSpPr>
        <p:spPr>
          <a:xfrm>
            <a:off x="272100" y="510050"/>
            <a:ext cx="6870000" cy="6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