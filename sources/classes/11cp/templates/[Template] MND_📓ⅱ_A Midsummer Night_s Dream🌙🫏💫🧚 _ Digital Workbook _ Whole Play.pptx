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058400" cx="77724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d1c8781d_0_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d1c8781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5dd1c8781d_0_7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5dd1c8781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dd1c8781d_0_8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dd1c8781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dd1c8781d_0_8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dd1c8781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dd1c8781d_0_8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5dd1c8781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dd1c8781d_0_8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dd1c8781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370875" y="7846150"/>
            <a:ext cx="262800" cy="243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71775" y="1652775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71775" y="3658700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1775" y="5622125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685825" y="1674025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685825" y="3679950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685825" y="5643375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99875" y="1695275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099875" y="3701200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099875" y="5664625"/>
            <a:ext cx="2168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18800" y="7846150"/>
            <a:ext cx="36159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174700" y="8298400"/>
            <a:ext cx="35025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516375" y="925175"/>
            <a:ext cx="6302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16375" y="1394375"/>
            <a:ext cx="6302700" cy="2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16375" y="3968425"/>
            <a:ext cx="6302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16375" y="4437625"/>
            <a:ext cx="6302700" cy="2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64075" y="6977650"/>
            <a:ext cx="6302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64075" y="7446850"/>
            <a:ext cx="6302700" cy="2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2395425" y="10281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503025" y="10281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395425" y="21255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503025" y="21255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395425" y="32229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503025" y="32229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2395425" y="43203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503025" y="43203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395425" y="53467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503025" y="53467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395425" y="64441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3503025" y="64441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2395425" y="75415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503025" y="75415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395425" y="8638925"/>
            <a:ext cx="110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3503025" y="8638925"/>
            <a:ext cx="390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510175" y="5815600"/>
            <a:ext cx="687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51200" y="7277375"/>
            <a:ext cx="687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510175" y="8739150"/>
            <a:ext cx="687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748250" y="484550"/>
            <a:ext cx="6870000" cy="9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272100" y="510050"/>
            <a:ext cx="6870000" cy="6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