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7315200" cx="105156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4713" y="685800"/>
            <a:ext cx="49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1ea09e9f3_0_3:notes"/>
          <p:cNvSpPr/>
          <p:nvPr>
            <p:ph idx="2" type="sldImg"/>
          </p:nvPr>
        </p:nvSpPr>
        <p:spPr>
          <a:xfrm>
            <a:off x="964713" y="685800"/>
            <a:ext cx="49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1ea09e9f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8465" y="1058951"/>
            <a:ext cx="9798600" cy="2919300"/>
          </a:xfrm>
          <a:prstGeom prst="rect">
            <a:avLst/>
          </a:prstGeom>
        </p:spPr>
        <p:txBody>
          <a:bodyPr anchorCtr="0" anchor="b" bIns="113425" lIns="113425" spcFirstLastPara="1" rIns="113425" wrap="square" tIns="113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8455" y="4030756"/>
            <a:ext cx="9798600" cy="1127400"/>
          </a:xfrm>
          <a:prstGeom prst="rect">
            <a:avLst/>
          </a:prstGeom>
        </p:spPr>
        <p:txBody>
          <a:bodyPr anchorCtr="0" anchor="t" bIns="113425" lIns="113425" spcFirstLastPara="1" rIns="113425" wrap="square" tIns="113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8455" y="3058987"/>
            <a:ext cx="9798600" cy="11973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8455" y="632924"/>
            <a:ext cx="9798600" cy="814500"/>
          </a:xfrm>
          <a:prstGeom prst="rect">
            <a:avLst/>
          </a:prstGeom>
        </p:spPr>
        <p:txBody>
          <a:bodyPr anchorCtr="0" anchor="t" bIns="113425" lIns="113425" spcFirstLastPara="1" rIns="113425" wrap="square" tIns="113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8455" y="1639076"/>
            <a:ext cx="9798600" cy="4858800"/>
          </a:xfrm>
          <a:prstGeom prst="rect">
            <a:avLst/>
          </a:prstGeom>
        </p:spPr>
        <p:txBody>
          <a:bodyPr anchorCtr="0" anchor="t" bIns="113425" lIns="113425" spcFirstLastPara="1" rIns="113425" wrap="square" tIns="113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8455" y="632924"/>
            <a:ext cx="9798600" cy="814500"/>
          </a:xfrm>
          <a:prstGeom prst="rect">
            <a:avLst/>
          </a:prstGeom>
        </p:spPr>
        <p:txBody>
          <a:bodyPr anchorCtr="0" anchor="t" bIns="113425" lIns="113425" spcFirstLastPara="1" rIns="113425" wrap="square" tIns="113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8455" y="1639076"/>
            <a:ext cx="4599900" cy="4858800"/>
          </a:xfrm>
          <a:prstGeom prst="rect">
            <a:avLst/>
          </a:prstGeom>
        </p:spPr>
        <p:txBody>
          <a:bodyPr anchorCtr="0" anchor="t" bIns="113425" lIns="113425" spcFirstLastPara="1" rIns="113425" wrap="square" tIns="113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557260" y="1639076"/>
            <a:ext cx="4599900" cy="4858800"/>
          </a:xfrm>
          <a:prstGeom prst="rect">
            <a:avLst/>
          </a:prstGeom>
        </p:spPr>
        <p:txBody>
          <a:bodyPr anchorCtr="0" anchor="t" bIns="113425" lIns="113425" spcFirstLastPara="1" rIns="113425" wrap="square" tIns="113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8455" y="632924"/>
            <a:ext cx="9798600" cy="814500"/>
          </a:xfrm>
          <a:prstGeom prst="rect">
            <a:avLst/>
          </a:prstGeom>
        </p:spPr>
        <p:txBody>
          <a:bodyPr anchorCtr="0" anchor="t" bIns="113425" lIns="113425" spcFirstLastPara="1" rIns="113425" wrap="square" tIns="113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8455" y="790187"/>
            <a:ext cx="3229200" cy="1074900"/>
          </a:xfrm>
          <a:prstGeom prst="rect">
            <a:avLst/>
          </a:prstGeom>
        </p:spPr>
        <p:txBody>
          <a:bodyPr anchorCtr="0" anchor="b" bIns="113425" lIns="113425" spcFirstLastPara="1" rIns="113425" wrap="square" tIns="113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8455" y="1976320"/>
            <a:ext cx="3229200" cy="4521900"/>
          </a:xfrm>
          <a:prstGeom prst="rect">
            <a:avLst/>
          </a:prstGeom>
        </p:spPr>
        <p:txBody>
          <a:bodyPr anchorCtr="0" anchor="t" bIns="113425" lIns="113425" spcFirstLastPara="1" rIns="113425" wrap="square" tIns="113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63788" y="640213"/>
            <a:ext cx="7323000" cy="58179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257800" y="-178"/>
            <a:ext cx="5257800" cy="731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425" lIns="113425" spcFirstLastPara="1" rIns="113425" wrap="square" tIns="113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05325" y="1753849"/>
            <a:ext cx="4652100" cy="2108100"/>
          </a:xfrm>
          <a:prstGeom prst="rect">
            <a:avLst/>
          </a:prstGeom>
        </p:spPr>
        <p:txBody>
          <a:bodyPr anchorCtr="0" anchor="b" bIns="113425" lIns="113425" spcFirstLastPara="1" rIns="113425" wrap="square" tIns="113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05325" y="3986596"/>
            <a:ext cx="4652100" cy="1756500"/>
          </a:xfrm>
          <a:prstGeom prst="rect">
            <a:avLst/>
          </a:prstGeom>
        </p:spPr>
        <p:txBody>
          <a:bodyPr anchorCtr="0" anchor="t" bIns="113425" lIns="113425" spcFirstLastPara="1" rIns="113425" wrap="square" tIns="113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680425" y="1029796"/>
            <a:ext cx="4412400" cy="52554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8455" y="6016818"/>
            <a:ext cx="6898500" cy="8607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8455" y="1573156"/>
            <a:ext cx="9798600" cy="2792400"/>
          </a:xfrm>
          <a:prstGeom prst="rect">
            <a:avLst/>
          </a:prstGeom>
        </p:spPr>
        <p:txBody>
          <a:bodyPr anchorCtr="0" anchor="b" bIns="113425" lIns="113425" spcFirstLastPara="1" rIns="113425" wrap="square" tIns="113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8455" y="4483164"/>
            <a:ext cx="9798600" cy="1850100"/>
          </a:xfrm>
          <a:prstGeom prst="rect">
            <a:avLst/>
          </a:prstGeom>
        </p:spPr>
        <p:txBody>
          <a:bodyPr anchorCtr="0" anchor="t" bIns="113425" lIns="113425" spcFirstLastPara="1" rIns="113425" wrap="square" tIns="113425">
            <a:no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8455" y="632924"/>
            <a:ext cx="9798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25" lIns="113425" spcFirstLastPara="1" rIns="113425" wrap="square" tIns="113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8455" y="1639076"/>
            <a:ext cx="9798600" cy="48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425" lIns="113425" spcFirstLastPara="1" rIns="113425" wrap="square" tIns="113425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743326" y="6632131"/>
            <a:ext cx="6309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425" lIns="113425" spcFirstLastPara="1" rIns="113425" wrap="square" tIns="113425">
            <a:no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20325" y="1216625"/>
            <a:ext cx="5172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Type Here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258600" y="1178375"/>
            <a:ext cx="36735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Type Here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27225" y="2034100"/>
            <a:ext cx="41487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Type Here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820675" y="2034100"/>
            <a:ext cx="52779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Type Here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27225" y="3664300"/>
            <a:ext cx="4148700" cy="21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Type Here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293175" y="4230500"/>
            <a:ext cx="25884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Type Here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8093125" y="4230500"/>
            <a:ext cx="20055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Type Here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20325" y="6174594"/>
            <a:ext cx="95784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Type Here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6467475" y="205650"/>
            <a:ext cx="584100" cy="560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7186625" y="205650"/>
            <a:ext cx="584100" cy="560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7900625" y="205650"/>
            <a:ext cx="584100" cy="560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8614625" y="205650"/>
            <a:ext cx="584100" cy="560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9328625" y="205650"/>
            <a:ext cx="584100" cy="560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5010075" y="176250"/>
            <a:ext cx="14574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Times New Roman"/>
                <a:ea typeface="Times New Roman"/>
                <a:cs typeface="Times New Roman"/>
                <a:sym typeface="Times New Roman"/>
              </a:rPr>
              <a:t>Click on stars and choose “fill color” (paint can)  from the toolbar to change color.</a:t>
            </a:r>
            <a:endParaRPr sz="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