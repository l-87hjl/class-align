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058400" cx="77724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d1c8781d_0_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d1c8781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dd1c8781d_0_1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dd1c8781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dd1c8781d_0_1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dd1c8781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dd1c8781d_0_2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dd1c8781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04afac24d_0_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04afac2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04afac24d_0_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04afac24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79450" y="6223500"/>
            <a:ext cx="37188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779450" y="6961175"/>
            <a:ext cx="37188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79450" y="7740675"/>
            <a:ext cx="37188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71675" y="9182600"/>
            <a:ext cx="70947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931225" y="8262050"/>
            <a:ext cx="6422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931225" y="8754550"/>
            <a:ext cx="6422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931225" y="9247050"/>
            <a:ext cx="6422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2878100" y="1470200"/>
            <a:ext cx="43542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715775" y="2395017"/>
            <a:ext cx="284400" cy="2640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 rot="-5400000">
            <a:off x="-1400425" y="1350300"/>
            <a:ext cx="30852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000">
                <a:solidFill>
                  <a:srgbClr val="9900FF"/>
                </a:solidFill>
              </a:rPr>
              <a:t>Move the X over the selected box.</a:t>
            </a:r>
            <a:endParaRPr i="1" sz="1000">
              <a:solidFill>
                <a:srgbClr val="9900FF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878100" y="2659096"/>
            <a:ext cx="43542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1715775" y="3583913"/>
            <a:ext cx="284400" cy="2640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2878100" y="3847992"/>
            <a:ext cx="43542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715775" y="4772809"/>
            <a:ext cx="284400" cy="2640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2878100" y="5036888"/>
            <a:ext cx="43542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715775" y="5961705"/>
            <a:ext cx="284400" cy="2640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2878100" y="6225783"/>
            <a:ext cx="43542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715775" y="7150600"/>
            <a:ext cx="284400" cy="2640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2878100" y="7414679"/>
            <a:ext cx="43542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1715775" y="8339496"/>
            <a:ext cx="284400" cy="2640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2878100" y="8603554"/>
            <a:ext cx="4354200" cy="11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1715775" y="9528371"/>
            <a:ext cx="284400" cy="264000"/>
          </a:xfrm>
          <a:prstGeom prst="mathMultiply">
            <a:avLst>
              <a:gd fmla="val 23520" name="adj1"/>
            </a:avLst>
          </a:prstGeom>
          <a:solidFill>
            <a:srgbClr val="9900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419925" y="1250550"/>
            <a:ext cx="3091800" cy="4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674275" y="1250550"/>
            <a:ext cx="3091800" cy="4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71675" y="5675475"/>
            <a:ext cx="3091800" cy="4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3626025" y="5675475"/>
            <a:ext cx="3091800" cy="4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748250" y="484550"/>
            <a:ext cx="6870000" cy="9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/>
        </p:nvSpPr>
        <p:spPr>
          <a:xfrm>
            <a:off x="272100" y="510050"/>
            <a:ext cx="6870000" cy="6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